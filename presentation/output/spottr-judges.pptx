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253a9fb7b2d445a" /><Relationship Type="http://schemas.openxmlformats.org/officeDocument/2006/relationships/extended-properties" Target="/docProps/app.xml" Id="R938113dc1f7c44ed" /><Relationship Type="http://schemas.openxmlformats.org/officeDocument/2006/relationships/officeDocument" Target="/ppt/presentation.xml" Id="Rb9fb5b30c1fd4432" /></Relationships>
</file>

<file path=ppt/presentation.xml><?xml version="1.0" encoding="utf-8"?>
<p:presentation xmlns:p="http://schemas.openxmlformats.org/presentationml/2006/main">
  <p:sldMasterIdLst>
    <p:sldMasterId xmlns:r="http://schemas.openxmlformats.org/officeDocument/2006/relationships" id="2147483648" r:id="R401fdfa0c3a941ce"/>
  </p:sldMasterIdLst>
  <p:notesMasterIdLst>
    <p:notesMasterId xmlns:r="http://schemas.openxmlformats.org/officeDocument/2006/relationships" r:id="R5990c4beba4b4a8b"/>
  </p:notesMasterIdLst>
  <p:sldIdLst>
    <p:sldId xmlns:r="http://schemas.openxmlformats.org/officeDocument/2006/relationships" id="256" r:id="R802c8f7c07c74c09"/>
    <p:sldId xmlns:r="http://schemas.openxmlformats.org/officeDocument/2006/relationships" id="257" r:id="Rbdb04ac153c44c86"/>
    <p:sldId xmlns:r="http://schemas.openxmlformats.org/officeDocument/2006/relationships" id="258" r:id="R10cab054fbd0443b"/>
    <p:sldId xmlns:r="http://schemas.openxmlformats.org/officeDocument/2006/relationships" id="259" r:id="R8d00568116e84d03"/>
    <p:sldId xmlns:r="http://schemas.openxmlformats.org/officeDocument/2006/relationships" id="260" r:id="R23e93013f5284f4a"/>
    <p:sldId xmlns:r="http://schemas.openxmlformats.org/officeDocument/2006/relationships" id="261" r:id="Rd5b8bfab77d548e4"/>
    <p:sldId xmlns:r="http://schemas.openxmlformats.org/officeDocument/2006/relationships" id="262" r:id="Re284a0b4f4264fe3"/>
    <p:sldId xmlns:r="http://schemas.openxmlformats.org/officeDocument/2006/relationships" id="263" r:id="Rba689a70b59f4b6f"/>
    <p:sldId xmlns:r="http://schemas.openxmlformats.org/officeDocument/2006/relationships" id="264" r:id="Ra6cd5b914ae54cd5"/>
    <p:sldId xmlns:r="http://schemas.openxmlformats.org/officeDocument/2006/relationships" id="265" r:id="Re3defebe5d50421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e2c38230878414d" /><Relationship Type="http://schemas.openxmlformats.org/officeDocument/2006/relationships/slideMaster" Target="/ppt/slideMasters/slideMaster1.xml" Id="R401fdfa0c3a941ce" /><Relationship Type="http://schemas.openxmlformats.org/officeDocument/2006/relationships/notesMaster" Target="/ppt/notesMasters/notesMaster1.xml" Id="R5990c4beba4b4a8b" /><Relationship Type="http://schemas.openxmlformats.org/officeDocument/2006/relationships/presProps" Target="/ppt/presProps.xml" Id="R894099a8e6e14249" /><Relationship Type="http://schemas.openxmlformats.org/officeDocument/2006/relationships/tableStyles" Target="/ppt/tableStyles.xml" Id="R1ebb5f7d5c194fa7" /><Relationship Type="http://schemas.openxmlformats.org/officeDocument/2006/relationships/slide" Target="/ppt/slides/slide1.xml" Id="R802c8f7c07c74c09" /><Relationship Type="http://schemas.openxmlformats.org/officeDocument/2006/relationships/slide" Target="/ppt/slides/slide2.xml" Id="Rbdb04ac153c44c86" /><Relationship Type="http://schemas.openxmlformats.org/officeDocument/2006/relationships/slide" Target="/ppt/slides/slide3.xml" Id="R10cab054fbd0443b" /><Relationship Type="http://schemas.openxmlformats.org/officeDocument/2006/relationships/slide" Target="/ppt/slides/slide4.xml" Id="R8d00568116e84d03" /><Relationship Type="http://schemas.openxmlformats.org/officeDocument/2006/relationships/slide" Target="/ppt/slides/slide5.xml" Id="R23e93013f5284f4a" /><Relationship Type="http://schemas.openxmlformats.org/officeDocument/2006/relationships/slide" Target="/ppt/slides/slide6.xml" Id="Rd5b8bfab77d548e4" /><Relationship Type="http://schemas.openxmlformats.org/officeDocument/2006/relationships/slide" Target="/ppt/slides/slide7.xml" Id="Re284a0b4f4264fe3" /><Relationship Type="http://schemas.openxmlformats.org/officeDocument/2006/relationships/slide" Target="/ppt/slides/slide8.xml" Id="Rba689a70b59f4b6f" /><Relationship Type="http://schemas.openxmlformats.org/officeDocument/2006/relationships/slide" Target="/ppt/slides/slide9.xml" Id="Ra6cd5b914ae54cd5" /><Relationship Type="http://schemas.openxmlformats.org/officeDocument/2006/relationships/slide" Target="/ppt/slides/slide10.xml" Id="Re3defebe5d50421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cd305d631254ac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587615e7534465b" /><Relationship Type="http://schemas.openxmlformats.org/officeDocument/2006/relationships/notesMaster" Target="/ppt/notesMasters/notesMaster1.xml" Id="R94363c85eb674b2c" /></Relationships>
</file>

<file path=ppt/notesSlides/_rels/notesSlide2.xml.rels>&#65279;<?xml version="1.0" encoding="utf-8"?><Relationships xmlns="http://schemas.openxmlformats.org/package/2006/relationships"><Relationship Type="http://schemas.openxmlformats.org/officeDocument/2006/relationships/slide" Target="/ppt/slides/slide2.xml" Id="R1b274b564cf54207" /><Relationship Type="http://schemas.openxmlformats.org/officeDocument/2006/relationships/notesMaster" Target="/ppt/notesMasters/notesMaster1.xml" Id="R2fdd96e786b14879" /></Relationships>
</file>

<file path=ppt/notesSlides/_rels/notesSlide3.xml.rels>&#65279;<?xml version="1.0" encoding="utf-8"?><Relationships xmlns="http://schemas.openxmlformats.org/package/2006/relationships"><Relationship Type="http://schemas.openxmlformats.org/officeDocument/2006/relationships/slide" Target="/ppt/slides/slide3.xml" Id="R899068a7626a48f9" /><Relationship Type="http://schemas.openxmlformats.org/officeDocument/2006/relationships/notesMaster" Target="/ppt/notesMasters/notesMaster1.xml" Id="R618e0263954e4aa4" /></Relationships>
</file>

<file path=ppt/notesSlides/_rels/notesSlide4.xml.rels>&#65279;<?xml version="1.0" encoding="utf-8"?><Relationships xmlns="http://schemas.openxmlformats.org/package/2006/relationships"><Relationship Type="http://schemas.openxmlformats.org/officeDocument/2006/relationships/slide" Target="/ppt/slides/slide4.xml" Id="R8f7fc9139af34652" /><Relationship Type="http://schemas.openxmlformats.org/officeDocument/2006/relationships/notesMaster" Target="/ppt/notesMasters/notesMaster1.xml" Id="Ra3ae91bd3b884152" /></Relationships>
</file>

<file path=ppt/notesSlides/_rels/notesSlide5.xml.rels>&#65279;<?xml version="1.0" encoding="utf-8"?><Relationships xmlns="http://schemas.openxmlformats.org/package/2006/relationships"><Relationship Type="http://schemas.openxmlformats.org/officeDocument/2006/relationships/slide" Target="/ppt/slides/slide5.xml" Id="Rac5bb4bf27fd4fa5" /><Relationship Type="http://schemas.openxmlformats.org/officeDocument/2006/relationships/notesMaster" Target="/ppt/notesMasters/notesMaster1.xml" Id="Rcd26934c7dfc47b8" /></Relationships>
</file>

<file path=ppt/notesSlides/_rels/notesSlide6.xml.rels>&#65279;<?xml version="1.0" encoding="utf-8"?><Relationships xmlns="http://schemas.openxmlformats.org/package/2006/relationships"><Relationship Type="http://schemas.openxmlformats.org/officeDocument/2006/relationships/slide" Target="/ppt/slides/slide6.xml" Id="Rfc873f42f5364e2f" /><Relationship Type="http://schemas.openxmlformats.org/officeDocument/2006/relationships/notesMaster" Target="/ppt/notesMasters/notesMaster1.xml" Id="R69b2825ff4c5401c" /></Relationships>
</file>

<file path=ppt/notesSlides/_rels/notesSlide7.xml.rels>&#65279;<?xml version="1.0" encoding="utf-8"?><Relationships xmlns="http://schemas.openxmlformats.org/package/2006/relationships"><Relationship Type="http://schemas.openxmlformats.org/officeDocument/2006/relationships/slide" Target="/ppt/slides/slide7.xml" Id="Rbf24b382761f4f18" /><Relationship Type="http://schemas.openxmlformats.org/officeDocument/2006/relationships/notesMaster" Target="/ppt/notesMasters/notesMaster1.xml" Id="R6f07dd9f79094029" /></Relationships>
</file>

<file path=ppt/notesSlides/_rels/notesSlide8.xml.rels>&#65279;<?xml version="1.0" encoding="utf-8"?><Relationships xmlns="http://schemas.openxmlformats.org/package/2006/relationships"><Relationship Type="http://schemas.openxmlformats.org/officeDocument/2006/relationships/slide" Target="/ppt/slides/slide8.xml" Id="Rcc64bd2ee1ec4a79" /><Relationship Type="http://schemas.openxmlformats.org/officeDocument/2006/relationships/notesMaster" Target="/ppt/notesMasters/notesMaster1.xml" Id="Rb02b465903154faa" /></Relationships>
</file>

<file path=ppt/notesSlides/_rels/notesSlide9.xml.rels>&#65279;<?xml version="1.0" encoding="utf-8"?><Relationships xmlns="http://schemas.openxmlformats.org/package/2006/relationships"><Relationship Type="http://schemas.openxmlformats.org/officeDocument/2006/relationships/slide" Target="/ppt/slides/slide9.xml" Id="Rd82ed827b26042f9" /><Relationship Type="http://schemas.openxmlformats.org/officeDocument/2006/relationships/notesMaster" Target="/ppt/notesMasters/notesMaster1.xml" Id="R4d341647f8bf42f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6fc6dd228d0451f" /><Relationship Type="http://schemas.openxmlformats.org/officeDocument/2006/relationships/notesMaster" Target="/ppt/notesMasters/notesMaster1.xml" Id="R2d73e552c21d45b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Spottr is an implemented native bodyweight workout prototype. The motivation is short, timely feedback with an explicit evidence boundary, not a clinical or physical-capacity claim. The image is an actual iPhone simulator screenshot approved by the owner, with missing/unearned progress shown honestly. Evidence snapshot 25 October 2026, 00:09 UTC. Sources: /Users/scsoc/dev/AI PT/docs/app-guide.md; /Users/scsoc/dev/AI PT/docs/integration-readiness.md. Asset source and SHA256 are in presentation/source/assets.json.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snapshot 25 October 2026, 00:09 UTC. Implemented native flow, not a measured rep-accuracy claim. Manual/timed workouts work without cloud credentials. A real camera path exists for push-ups and squats; physical accuracy/error/abstention evaluation remains pending. Local speech is opt-in, fake-playback tested, with audible phone acceptance pending. Sources: /Users/scsoc/dev/AI PT/docs/app-guide.md; /Users/scsoc/dev/AI PT/docs/voice-feedback.md; /Users/scsoc/dev/AI PT/docs/integration-readiness.md.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snapshot 25 October 2026, 00:09 UTC. Editable architecture. Phone owns MediaPipe inference, session state and deterministic policy. Watch adapter forwards latest-value timestamped heart/motion signals, not raw lossless vectors. Simulator transport/visual evidence and unsigned device compilation are separate from physical Watch recording. Pi real HTTPS pairing/start/frame/stop tests succeeded, then USB disconnected after around two seconds. No Pi inference or sustained capture is claimed. Sources: /Users/scsoc/dev/AI PT/docs/watch-telemetry.md; /Users/scsoc/dev/AI PT/docs/watch-simulator-acceptance.md; /Users/scsoc/dev/AI PT/hardware/pi/EVIDENCE-2026-10-24.md; /Users/scsoc/dev/AI PT/hardware/pi/NATIVE-HANDOFF.md.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snapshot 25 October 2026, 00:09 UTC. These are deterministic implementation rules, not calibrated physiological thresholds or a measurement of rep-count accuracy. RepCounter requires confidence&gt;=0.6 and a complete top-bottom-top cycle, resets on gaps&gt;0.75s or nonmonotonic time, uses0.15s zone stability and accepts0.6–15s cycle duration. CoachingPolicy compares a new valid rep with at least five prior valid durations using mean+max(sampleSD,0.25s). Reported discomfort has an exercise-independent stop decision, including manual reps and holds. PR #64 passed 23 native checks, 26 core checks and a Watch simulator build; fake playback does not establish audible acceptance. Stop identity persists across ticks; repeated stop does not cut itself off or replay after background return. Lifecycle invalidation prevents old cues/sensor callbacks entering a new state. Sources: /Users/scsoc/dev/AI PT/Shared/Core/RepCounter.swift; /Users/scsoc/dev/AI PT/Shared/Core/CoachingPolicy.swift; /Users/scsoc/dev/AI PT/docs/watch-telemetry.md; /Users/scsoc/dev/AI PT/docs/voice-feedback.md. Phase images are existing illustrations, not captured workout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snapshot 25 October 2026, 00:09 UTC. The current app has19 catalogue entries and connected tree/linear options. This diagram shows the exact immediate prerequisite example for pushup: kneePushup and plank. Earlier prerequisites of those nodes are omitted. Node completion needs three qualifying sets across two days after all immediate prerequisites complete. Manual/camera evidence can qualify; video replay and discomfort stops do not. Game points are not physical capacity. Sources: /Users/scsoc/dev/AI PT/Shared/Core/SkillProgress.swift; /Users/scsoc/dev/AI PT/Shared/Core/ExerciseCatalog.swift; /Users/scsoc/dev/AI PT/Native/iOS/SkillsViews.swift; /Users/scsoc/dev/AI PT/docs/app-guide.md. Exercise artwork is existing PNG content, with source hashes in assets.json.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snapshot 25 October 2026, 00:09 UTC. Local gateway returned actual200 responses for chat/session/weekly/proposal using synthetic inputs. Two signed-simulator native chats reached Google. The second accepted the server-owned capability context: base push-ups and squats support camera tracking; other rep exercises use manual logging and seconds exercises use an active hold timer. After a provider-only maxItems schema projection, three explicit native production actions accepted a proposal, weekly summary and session summary with isolated synthetic inputs. The full original output validator remains enforced. The proposal offered Squats, Knee push-ups and Forearm plank; only Squats was selected, with no approval or saved plan. The reports described one synthetic manual session/set with two Squats reps and no Watch data/profile. Physical phone networking and real-user coaching quality remain pending. Separate native fixture checks exercise structured-response display without a provider call. Automatic facts include selected goals and weekly target, omit optional name, and retain sources. Schema/evidence validation rejects missing/unknown fact IDs; generation identity rejects late context. Plans require explicit user selection/approval and proposed targets never count as completed work. No raw camera video or sensor stream is automatically supplied here. Sources: /Users/scsoc/dev/AI PT/docs/evidence/native-gemini-chat-2026-10-24.md; /Users/scsoc/dev/AI PT/docs/evidence/gemini-structured-compatibility-2026-10-25.md; /Users/scsoc/dev/AI PT/docs/coach-goals.md; /Users/scsoc/dev/AI PT/Shared/Core/CoachContracts.swift; /Users/scsoc/dev/AI PT/Shared/Core/CoachGrounding.swift; /Users/scsoc/dev/AI PT/docs/integration-readiness.md.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snapshot 25 October 2026, 00:09 UTC. Operational Tiger storage and Snowflake retrospective public-data evaluation are separate. Authenticated Tiger Explorer accepted the exact gateway migration: two empty tables, 15 columns, seven validated PK/CHECK constraints, a one-day scalar hypertable and four usable indexes. No workout or sensor rows were inserted. The separate Node connection still fails strict TLS with SELF_SIGNED_CERT_IN_CHAIN; no gateway ingestion, replay/readback, rollup or standalone prototype database acceptance is claimed. Snowflake pinned public PAMAP2 import/reconciliation and bounded SQL transport are tested offline; dry-run is default and live public-data execution requires explicit opt-in. No actual warehouse statement/result is accepted. Local history and explicit optional sync remain distinct. Sources: /Users/scsoc/dev/AI PT/docs/integration-readiness.md; /Users/scsoc/dev/AI PT/docs/tiger-live-readiness.md; /Users/scsoc/dev/AI PT/docs/ISSUES.md; /Users/scsoc/dev/AI PT/docs/personal-learning.md; /Users/scsoc/dev/AI PT/docs/evidence/tiger-console-2026-10-24.md.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snapshot 25 October 2026, 00:09 UTC. Actual offline PAMAP2 run2026-10-24T20:43:51–20:43:59UTC. Source: Reiss,A.(2012), PAMAP2 Physical Activity Monitoring, UCI DOI10.24432/C5NW2H, CC BY4.0. Changes: causal features/ridge/figures/evaluation. Official source https://archive.ics.uci.edu/dataset/231/pamap2+physical+activity+monitoring. Train101–105,validation106–107,test108–109. Future target: mean of five observed1s HR-bin means ending10/30s after origin; input history60s. No interpolation, future covariates or test normalization. Validation selected HR-only ridge alpha0.1, not wrist candidates. Test108:80310s and79930s forecasts. Test109:only410s and030s forecasts from84.76s recording. Macro10s gives both participants equal weight despite tiny109 count. At30s only108 contributes. Fixed prequential bias adapter worsened full-run error. No calibrated intervals, Watch transfer, recovery, failure/RIR prediction, or app integration.13 contract tests pass. Sources: /Users/scsoc/dev/AI PT/research/hr_forecast/protocol.json; /Users/scsoc/dev/AI PT/research/hr_forecast/results/report.json; /Users/scsoc/dev/AI PT/research/hr_forecast/results/inventory.json; /Users/scsoc/dev/AI PT/docs/public-data-benchmark.md. Original plots copied unchanged into presentation/assets/ for supplementary evidence. Native chart values round the recorded metrics to three decimal places for editable workbook compatibility.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snapshot 25 October 2026, 00:09 UTC. This table summarizes implementation/fixture/live distinctions. Never claim all sponsors/providers were used. Gemini has four actual synthetic gateway response types, two signed-simulator native chats, and three accepted native production structured actions (proposal/session/week) after the provider-only schema fix. All new inputs were isolated synthetic records. Physical phone networking and personal coaching quality remain pending. The investigation used seven new provider attempts total: initial normal native 502, two diagnostic native HTTP400, one controlled direct HTTP200 and three post-fix native responses accepted by native display validation. No automatic retry or provider fallback was introduced. Voice local Apple synthesis is implemented with fake playback tests; no audible/ElevenLabs run. Tiger authenticated console accepted the gateway schema with zero rows; strict Node TLS remains blocked without trust bypass. Ingestion, readback, rollups and the separate prototype path remain unverified. The revised local landing uses actual white simulator captures and passed four-width, keyboard and reduced-motion checks; no public deployment. Snowflake pinned batch workflow and local ARM64 gateway/Caddy runtime checks passed; no Snowflake live statement or Vultr VM/credit/spend scope; Presage automatic derived-vitals egress unresolved; Delta zero judge requests and missing installation/legal operator gate. Sources: /Users/scsoc/dev/AI PT/docs/evidence/pushup-prototype-integrity-2026-10-24.md; /Users/scsoc/dev/AI PT/docs/evidence/gemini-structured-compatibility-2026-10-25.md; /Users/scsoc/dev/AI PT/docs/snowflake-analytics.md; /Users/scsoc/dev/AI PT/docs/vultr-deployment.md; /Users/scsoc/dev/AI PT/docs/integration-readiness.md; /Users/scsoc/dev/AI PT/docs/ISSUES.md; /Users/scsoc/dev/AI PT/docs/voice-feedback.md; /Users/scsoc/dev/AI PT/docs/presage-integration.md; /Users/scsoc/dev/AI PT/docs/delta-workflow.md; /Users/scsoc/dev/AI PT/docs/tiger-live-readiness.md; /Users/scsoc/dev/AI PT/docs/evidence/tiger-console-2026-10-24.md; /Users/scsoc/dev/AI PT/docs/evidence/landing-browser-2026-10-24.md.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snapshot 25 October 2026, 00:09 UTC. This is a suggested rehearsal sequence, not an assertion that a rehearsal occurred. Use normal history safely. Open current Today/profile, then tracked workout, pause/end and source-aware record, Skills and explicit Coach controls. If fixtures or a simulator supply values, label them and do not call them live physiological data. Do not spend provider credits as part of rehearsal without the existing approved scope. Show the saved public-data benchmark as offline. Build 0.1 (1) passed Apple validation/upload, is VALID and internally IN_BETA_TESTING. External build 1 remains WAITING_FOR_BETA_REVIEW and its 25-person invitation is not yet a usable external download. Build 0.1 (2), source b7bf563, passed signed archive/export and Apple validation at 23:06:21 UTC; upload succeeded at 23:08:00 UTC. At 23:10:33 UTC App Store Connect reported VALID and internal IN_BETA_TESTING after assignment to the existing Spottr Internal group. Both builds are internal. Build 2 remains READY_FOR_BETA_SUBMISSION and is not submitted externally; only build 1 is assigned to the external OxHack group. The configured discomfort fix and manual-set wording are after build 1 and are included in build 2, not the already available build 1. The unresolved MediaPipe upstream privacy/origin-signature gap is separate from successful Apple processing; no physical installation or public App Store approval is claimed. Sources: /Users/scsoc/dev/AI PT/docs/evidence/testflight-build-2-2026-10-24.md; /Users/scsoc/dev/AI PT/docs/testflight.md; /Users/scsoc/dev/AI PT/docs/app-guide.md; /Users/scsoc/dev/AI PT/docs/integration-readiness.md; /Users/scsoc/dev/AI PT/docs/release-readiness.md; /Users/scsoc/dev/AI PT/docs/testflight-provisioning.md.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cda5395f95b461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605172e52d9453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47831dadfa24b7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bec9237b5cc41a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bd8741716534f5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3720b4aa561407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4AAEA46-41CC-40B3-9721-FE450B7A70E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13D0701-D96A-41C8-BB66-8A94B2F234A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3EDDB32-E291-482E-A1A1-B9A4610DB31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29E123B-A32C-4DD2-884F-53A869899FA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19C7931-9E2D-468B-8E4A-4DF5939ACA5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E2E7595-E85D-4E39-A241-1A23697617A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0B110AD-282E-43F3-BC84-D1CD57774F3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FE199FC-5242-4533-BD21-FD09BA233D5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693EE4E-54CF-4AD7-BAB8-CC109545F2D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70CBD2A-B51A-4491-990E-D99924AFA39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8b70adeb5f84c45" /><Relationship Type="http://schemas.openxmlformats.org/officeDocument/2006/relationships/slideLayout" Target="/ppt/slideLayouts/slideLayout1.xml" Id="R684ffd94148244f7" /><Relationship Type="http://schemas.openxmlformats.org/officeDocument/2006/relationships/slideLayout" Target="/ppt/slideLayouts/slideLayout2.xml" Id="Re47c252e8c7247ee" /><Relationship Type="http://schemas.openxmlformats.org/officeDocument/2006/relationships/slideLayout" Target="/ppt/slideLayouts/slideLayout3.xml" Id="Rd526a94f684647e3" /><Relationship Type="http://schemas.openxmlformats.org/officeDocument/2006/relationships/slideLayout" Target="/ppt/slideLayouts/slideLayout4.xml" Id="R3cc7d7236e7b496d" /><Relationship Type="http://schemas.openxmlformats.org/officeDocument/2006/relationships/slideLayout" Target="/ppt/slideLayouts/slideLayout5.xml" Id="Rc52aa1eb10d1447d" /><Relationship Type="http://schemas.openxmlformats.org/officeDocument/2006/relationships/slideLayout" Target="/ppt/slideLayouts/slideLayout6.xml" Id="Rf52ac56a95f64c6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84ffd94148244f7"/>
    <p:sldLayoutId xmlns:r="http://schemas.openxmlformats.org/officeDocument/2006/relationships" id="2147483650" r:id="Re47c252e8c7247ee"/>
    <p:sldLayoutId xmlns:r="http://schemas.openxmlformats.org/officeDocument/2006/relationships" id="2147483651" r:id="Rd526a94f684647e3"/>
    <p:sldLayoutId xmlns:r="http://schemas.openxmlformats.org/officeDocument/2006/relationships" id="2147483652" r:id="R3cc7d7236e7b496d"/>
    <p:sldLayoutId xmlns:r="http://schemas.openxmlformats.org/officeDocument/2006/relationships" id="2147483653" r:id="Rc52aa1eb10d1447d"/>
    <p:sldLayoutId xmlns:r="http://schemas.openxmlformats.org/officeDocument/2006/relationships" id="2147483654" r:id="Rf52ac56a95f64c6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f88ebc349274ccb" /><Relationship Type="http://schemas.openxmlformats.org/officeDocument/2006/relationships/image" Target="/ppt/media/image.jpeg" Id="R0552ccd038dc4cca" /><Relationship Type="http://schemas.openxmlformats.org/officeDocument/2006/relationships/notesSlide" Target="/ppt/notesSlides/notesSlide1.xml" Id="Rdb7c8b0f594e47d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6a7a212780c4a06" /><Relationship Type="http://schemas.openxmlformats.org/officeDocument/2006/relationships/notesSlide" Target="/ppt/notesSlides/notesSlide2.xml" Id="R286f751e02794ca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3c7af990fad4058" /><Relationship Type="http://schemas.openxmlformats.org/officeDocument/2006/relationships/image" Target="/ppt/media/image2.jpeg" Id="R8ed115096d654c24" /><Relationship Type="http://schemas.openxmlformats.org/officeDocument/2006/relationships/notesSlide" Target="/ppt/notesSlides/notesSlide3.xml" Id="R04695c6ebd03409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6010259f17646c3" /><Relationship Type="http://schemas.openxmlformats.org/officeDocument/2006/relationships/image" Target="/ppt/media/image.png" Id="R24a1bd2908874f4f" /><Relationship Type="http://schemas.openxmlformats.org/officeDocument/2006/relationships/image" Target="/ppt/media/image2.png" Id="R811fce0f807449a7" /><Relationship Type="http://schemas.openxmlformats.org/officeDocument/2006/relationships/image" Target="/ppt/media/image3.png" Id="Ra78c1bc349c744a1" /><Relationship Type="http://schemas.openxmlformats.org/officeDocument/2006/relationships/notesSlide" Target="/ppt/notesSlides/notesSlide4.xml" Id="R37eee881b13f4e4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fb416cc8f63462c" /><Relationship Type="http://schemas.openxmlformats.org/officeDocument/2006/relationships/notesSlide" Target="/ppt/notesSlides/notesSlide5.xml" Id="Rf74edc837874482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0dd0418f9c44c17" /><Relationship Type="http://schemas.openxmlformats.org/officeDocument/2006/relationships/notesSlide" Target="/ppt/notesSlides/notesSlide6.xml" Id="R255677d4c7624ed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a0ba6281b32486c" /><Relationship Type="http://schemas.openxmlformats.org/officeDocument/2006/relationships/notesSlide" Target="/ppt/notesSlides/notesSlide7.xml" Id="R2d2de2449aa24c7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81b404bd6804a45" /><Relationship Type="http://schemas.openxmlformats.org/officeDocument/2006/relationships/chart" Target="/ppt/slides/charts/chart1.xml" Id="Ra5a7bb54c6254f98" /><Relationship Type="http://schemas.openxmlformats.org/officeDocument/2006/relationships/notesSlide" Target="/ppt/notesSlides/notesSlide8.xml" Id="R8e1dc1da0d3c402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8c3d04e709549ba" /><Relationship Type="http://schemas.openxmlformats.org/officeDocument/2006/relationships/notesSlide" Target="/ppt/notesSlides/notesSlide9.xml" Id="R7f5373e681904c3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6344e6f1ee14c99" /><Relationship Type="http://schemas.openxmlformats.org/officeDocument/2006/relationships/notesSlide" Target="/ppt/notesSlides/notesSlide10.xml" Id="Rbc802fdbcb724ea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Last value</c:v>
          </c:tx>
          <c:spPr>
            <a:solidFill xmlns:a="http://schemas.openxmlformats.org/drawingml/2006/main">
              <a:srgbClr val="141414"/>
            </a:solidFill>
          </c:spPr>
          <c:invertIfNegative val="0"/>
          <c:cat>
            <c:strRef>
              <c:f>'Chart Data'!$A$2:$A$3</c:f>
              <c:strCache>
                <c:ptCount val="2"/>
                <c:pt idx="0">
                  <c:v>10s horizon</c:v>
                </c:pt>
                <c:pt idx="1">
                  <c:v>30s horizon</c:v>
                </c:pt>
              </c:strCache>
            </c:strRef>
          </c:cat>
          <c:val>
            <c:numRef>
              <c:f>'Chart Data'!$B$2:$B$3</c:f>
              <c:numCache>
                <c:formatCode>General</c:formatCode>
                <c:ptCount val="2"/>
                <c:pt idx="0">
                  <c:v>3.081</c:v>
                </c:pt>
                <c:pt idx="1">
                  <c:v>7.65</c:v>
                </c:pt>
              </c:numCache>
            </c:numRef>
          </c:val>
        </c:ser>
        <c:ser>
          <c:idx val="1"/>
          <c:order val="1"/>
          <c:tx>
            <c:v>Frozen ridge</c:v>
          </c:tx>
          <c:spPr>
            <a:solidFill xmlns:a="http://schemas.openxmlformats.org/drawingml/2006/main">
              <a:srgbClr val="86E8B0"/>
            </a:solidFill>
          </c:spPr>
          <c:invertIfNegative val="0"/>
          <c:cat>
            <c:strRef>
              <c:f>'Chart Data'!$C$2:$C$3</c:f>
              <c:strCache>
                <c:ptCount val="2"/>
                <c:pt idx="0">
                  <c:v>10s horizon</c:v>
                </c:pt>
                <c:pt idx="1">
                  <c:v>30s horizon</c:v>
                </c:pt>
              </c:strCache>
            </c:strRef>
          </c:cat>
          <c:val>
            <c:numRef>
              <c:f>'Chart Data'!$D$2:$D$3</c:f>
              <c:numCache>
                <c:formatCode>General</c:formatCode>
                <c:ptCount val="2"/>
                <c:pt idx="0">
                  <c:v>2.808</c:v>
                </c:pt>
                <c:pt idx="1">
                  <c:v>7.066</c:v>
                </c:pt>
              </c:numCache>
            </c:numRef>
          </c:val>
        </c:ser>
        <c:ser>
          <c:idx val="2"/>
          <c:order val="2"/>
          <c:tx>
            <c:v>Adaptive bias</c:v>
          </c:tx>
          <c:spPr>
            <a:solidFill xmlns:a="http://schemas.openxmlformats.org/drawingml/2006/main">
              <a:srgbClr val="A1A7A3"/>
            </a:solidFill>
          </c:spPr>
          <c:invertIfNegative val="0"/>
          <c:cat>
            <c:strRef>
              <c:f>'Chart Data'!$E$2:$E$3</c:f>
              <c:strCache>
                <c:ptCount val="2"/>
                <c:pt idx="0">
                  <c:v>10s horizon</c:v>
                </c:pt>
                <c:pt idx="1">
                  <c:v>30s horizon</c:v>
                </c:pt>
              </c:strCache>
            </c:strRef>
          </c:cat>
          <c:val>
            <c:numRef>
              <c:f>'Chart Data'!$F$2:$F$3</c:f>
              <c:numCache>
                <c:formatCode>General</c:formatCode>
                <c:ptCount val="2"/>
                <c:pt idx="0">
                  <c:v>2.843</c:v>
                </c:pt>
                <c:pt idx="1">
                  <c:v>7.473</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500">
                  <a:solidFill>
                    <a:srgbClr val="141414"/>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4DF"/>
            </a:solidFill>
          </a:ln>
        </c:spPr>
        <c:txPr>
          <a:bodyPr xmlns:a="http://schemas.openxmlformats.org/drawingml/2006/main" anchorCtr="1"/>
          <a:lstStyle xmlns:a="http://schemas.openxmlformats.org/drawingml/2006/main"/>
          <a:p xmlns:a="http://schemas.openxmlformats.org/drawingml/2006/main">
            <a:pPr>
              <a:defRPr sz="1725">
                <a:solidFill>
                  <a:srgbClr val="141414"/>
                </a:solidFill>
                <a:latin typeface="Helvetica Neue"/>
                <a:ea typeface="Helvetica Neue"/>
                <a:cs typeface="Helvetica Neue"/>
              </a:defRPr>
            </a:pPr>
          </a:p>
        </c:txPr>
        <c:crossAx val="48672768"/>
      </c:catAx>
      <c:valAx>
        <c:axId val="48672768"/>
        <c:scaling>
          <c:orientation val="minMax"/>
          <c:max val="9"/>
          <c:min val="0"/>
        </c:scaling>
        <c:delete val="0"/>
        <c:axPos val="l"/>
        <c:majorGridlines>
          <c:spPr>
            <a:ln xmlns:a="http://schemas.openxmlformats.org/drawingml/2006/main" w="9525">
              <a:solidFill>
                <a:srgbClr val="DCE4DF"/>
              </a:solidFill>
            </a:ln>
          </c:spPr>
        </c:majorGridlines>
        <c:title>
          <c:tx>
            <c:rich>
              <a:bodyPr xmlns:a="http://schemas.openxmlformats.org/drawingml/2006/main"/>
              <a:lstStyle xmlns:a="http://schemas.openxmlformats.org/drawingml/2006/main"/>
              <a:p xmlns:a="http://schemas.openxmlformats.org/drawingml/2006/main">
                <a:r>
                  <a:rPr sz="1725">
                    <a:solidFill>
                      <a:srgbClr val="5D6560"/>
                    </a:solidFill>
                    <a:latin typeface="Helvetica Neue"/>
                    <a:ea typeface="Helvetica Neue"/>
                    <a:cs typeface="Helvetica Neue"/>
                  </a:rPr>
                  <a:t>MAE (bpm)</a:t>
                </a:r>
              </a:p>
            </c:rich>
          </c:tx>
          <c:overlay val="0"/>
          <c:txPr>
            <a:bodyPr xmlns:a="http://schemas.openxmlformats.org/drawingml/2006/main" anchorCtr="1"/>
            <a:lstStyle xmlns:a="http://schemas.openxmlformats.org/drawingml/2006/main"/>
            <a:p xmlns:a="http://schemas.openxmlformats.org/drawingml/2006/main">
              <a:pPr>
                <a:defRPr sz="1725">
                  <a:solidFill>
                    <a:srgbClr val="5D6560"/>
                  </a:solidFill>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D6560"/>
                </a:solidFill>
                <a:latin typeface="Helvetica Neue"/>
                <a:ea typeface="Helvetica Neue"/>
                <a:cs typeface="Helvetica Neue"/>
              </a:defRPr>
            </a:pPr>
          </a:p>
        </c:txPr>
        <c:crossAx val="48650112"/>
        <c:crossBetween val="between"/>
        <c:majorUnit val="3"/>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41414"/>
              </a:solidFill>
              <a:latin typeface="Helvetica Neue"/>
              <a:ea typeface="Helvetica Neue"/>
              <a:cs typeface="Helvetica Neue"/>
            </a:defRPr>
          </a:pPr>
        </a:p>
      </c:txPr>
    </c:legend>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1">
            <a:extLst xmlns:a="http://schemas.openxmlformats.org/drawingml/2006/main">
              <a:ext uri="{FF2B5EF4-FFF2-40B4-BE49-F238E27FC236}">
                <a16:creationId xmlns:a16="http://schemas.microsoft.com/office/drawing/2014/main" id="{5F626E21-7054-4618-BFFD-85AE6C371814}"/>
              </a:ext>
            </a:extLst>
          </p:cNvPr>
          <p:cNvSpPr>
            <a:spLocks xmlns:a="http://schemas.openxmlformats.org/drawingml/2006/main" noGrp="1"/>
          </p:cNvSpPr>
          <p:nvPr/>
        </p:nvSpPr>
        <p:spPr>
          <a:xfrm xmlns:a="http://schemas.openxmlformats.org/drawingml/2006/main">
            <a:off x="723900" y="1000125"/>
            <a:ext cx="6191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0" b="1">
                <a:solidFill>
                  <a:srgbClr val="141414"/>
                </a:solidFill>
                <a:latin typeface="Helvetica Neue"/>
                <a:ea typeface="Helvetica Neue"/>
                <a:cs typeface="Helvetica Neue"/>
              </a:defRPr>
            </a:defPPr>
            <a:lvl1pPr>
              <a:defRPr sz="7500" b="1">
                <a:solidFill>
                  <a:srgbClr val="141414"/>
                </a:solidFill>
                <a:latin typeface="Helvetica Neue"/>
                <a:ea typeface="Helvetica Neue"/>
                <a:cs typeface="Helvetica Neue"/>
              </a:defRPr>
            </a:lvl1pPr>
            <a:lvl2pPr>
              <a:defRPr sz="7500" b="1">
                <a:solidFill>
                  <a:srgbClr val="141414"/>
                </a:solidFill>
                <a:latin typeface="Helvetica Neue"/>
                <a:ea typeface="Helvetica Neue"/>
                <a:cs typeface="Helvetica Neue"/>
              </a:defRPr>
            </a:lvl2pPr>
            <a:lvl3pPr>
              <a:defRPr sz="7500" b="1">
                <a:solidFill>
                  <a:srgbClr val="141414"/>
                </a:solidFill>
                <a:latin typeface="Helvetica Neue"/>
                <a:ea typeface="Helvetica Neue"/>
                <a:cs typeface="Helvetica Neue"/>
              </a:defRPr>
            </a:lvl3pPr>
            <a:lvl4pPr>
              <a:defRPr sz="7500" b="1">
                <a:solidFill>
                  <a:srgbClr val="141414"/>
                </a:solidFill>
                <a:latin typeface="Helvetica Neue"/>
                <a:ea typeface="Helvetica Neue"/>
                <a:cs typeface="Helvetica Neue"/>
              </a:defRPr>
            </a:lvl4pPr>
            <a:lvl5pPr>
              <a:defRPr sz="7500" b="1">
                <a:solidFill>
                  <a:srgbClr val="141414"/>
                </a:solidFill>
                <a:latin typeface="Helvetica Neue"/>
                <a:ea typeface="Helvetica Neue"/>
                <a:cs typeface="Helvetica Neue"/>
              </a:defRPr>
            </a:lvl5pPr>
            <a:lvl6pPr>
              <a:defRPr sz="7500" b="1">
                <a:solidFill>
                  <a:srgbClr val="141414"/>
                </a:solidFill>
                <a:latin typeface="Helvetica Neue"/>
                <a:ea typeface="Helvetica Neue"/>
                <a:cs typeface="Helvetica Neue"/>
              </a:defRPr>
            </a:lvl6pPr>
            <a:lvl7pPr>
              <a:defRPr sz="7500" b="1">
                <a:solidFill>
                  <a:srgbClr val="141414"/>
                </a:solidFill>
                <a:latin typeface="Helvetica Neue"/>
                <a:ea typeface="Helvetica Neue"/>
                <a:cs typeface="Helvetica Neue"/>
              </a:defRPr>
            </a:lvl7pPr>
            <a:lvl8pPr>
              <a:defRPr sz="7500" b="1">
                <a:solidFill>
                  <a:srgbClr val="141414"/>
                </a:solidFill>
                <a:latin typeface="Helvetica Neue"/>
                <a:ea typeface="Helvetica Neue"/>
                <a:cs typeface="Helvetica Neue"/>
              </a:defRPr>
            </a:lvl8pPr>
            <a:lvl9pPr>
              <a:defRPr sz="7500" b="1">
                <a:solidFill>
                  <a:srgbClr val="141414"/>
                </a:solidFill>
                <a:latin typeface="Helvetica Neue"/>
                <a:ea typeface="Helvetica Neue"/>
                <a:cs typeface="Helvetica Neue"/>
              </a:defRPr>
            </a:lvl9pPr>
          </a:lstStyle>
          <a:p xmlns:a="http://schemas.openxmlformats.org/drawingml/2006/main">
            <a:pPr>
              <a:defRPr sz="7500" b="1">
                <a:solidFill>
                  <a:srgbClr val="141414"/>
                </a:solidFill>
                <a:latin typeface="Helvetica Neue"/>
                <a:ea typeface="Helvetica Neue"/>
                <a:cs typeface="Helvetica Neue"/>
              </a:defRPr>
            </a:pPr>
            <a:r>
              <a:rPr sz="7500" b="1">
                <a:solidFill>
                  <a:srgbClr val="141414"/>
                </a:solidFill>
                <a:latin typeface="Helvetica Neue"/>
                <a:ea typeface="Helvetica Neue"/>
                <a:cs typeface="Helvetica Neue"/>
              </a:rPr>
              <a:t>Spottr</a:t>
            </a:r>
          </a:p>
        </p:txBody>
      </p:sp>
      <p:sp>
        <p:nvSpPr>
          <p:cNvPr id="2" name="text-2">
            <a:extLst xmlns:a="http://schemas.openxmlformats.org/drawingml/2006/main">
              <a:ext uri="{FF2B5EF4-FFF2-40B4-BE49-F238E27FC236}">
                <a16:creationId xmlns:a16="http://schemas.microsoft.com/office/drawing/2014/main" id="{D6C505A6-DE82-42F6-BCD6-CB964371DABF}"/>
              </a:ext>
            </a:extLst>
          </p:cNvPr>
          <p:cNvSpPr>
            <a:spLocks xmlns:a="http://schemas.openxmlformats.org/drawingml/2006/main" noGrp="1"/>
          </p:cNvSpPr>
          <p:nvPr/>
        </p:nvSpPr>
        <p:spPr>
          <a:xfrm xmlns:a="http://schemas.openxmlformats.org/drawingml/2006/main">
            <a:off x="762000" y="2552700"/>
            <a:ext cx="647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141414"/>
                </a:solidFill>
                <a:latin typeface="Helvetica Neue"/>
                <a:ea typeface="Helvetica Neue"/>
                <a:cs typeface="Helvetica Neue"/>
              </a:defRPr>
            </a:defPPr>
            <a:lvl1pPr>
              <a:defRPr sz="3900" b="1">
                <a:solidFill>
                  <a:srgbClr val="141414"/>
                </a:solidFill>
                <a:latin typeface="Helvetica Neue"/>
                <a:ea typeface="Helvetica Neue"/>
                <a:cs typeface="Helvetica Neue"/>
              </a:defRPr>
            </a:lvl1pPr>
            <a:lvl2pPr>
              <a:defRPr sz="3900" b="1">
                <a:solidFill>
                  <a:srgbClr val="141414"/>
                </a:solidFill>
                <a:latin typeface="Helvetica Neue"/>
                <a:ea typeface="Helvetica Neue"/>
                <a:cs typeface="Helvetica Neue"/>
              </a:defRPr>
            </a:lvl2pPr>
            <a:lvl3pPr>
              <a:defRPr sz="3900" b="1">
                <a:solidFill>
                  <a:srgbClr val="141414"/>
                </a:solidFill>
                <a:latin typeface="Helvetica Neue"/>
                <a:ea typeface="Helvetica Neue"/>
                <a:cs typeface="Helvetica Neue"/>
              </a:defRPr>
            </a:lvl3pPr>
            <a:lvl4pPr>
              <a:defRPr sz="3900" b="1">
                <a:solidFill>
                  <a:srgbClr val="141414"/>
                </a:solidFill>
                <a:latin typeface="Helvetica Neue"/>
                <a:ea typeface="Helvetica Neue"/>
                <a:cs typeface="Helvetica Neue"/>
              </a:defRPr>
            </a:lvl4pPr>
            <a:lvl5pPr>
              <a:defRPr sz="3900" b="1">
                <a:solidFill>
                  <a:srgbClr val="141414"/>
                </a:solidFill>
                <a:latin typeface="Helvetica Neue"/>
                <a:ea typeface="Helvetica Neue"/>
                <a:cs typeface="Helvetica Neue"/>
              </a:defRPr>
            </a:lvl5pPr>
            <a:lvl6pPr>
              <a:defRPr sz="3900" b="1">
                <a:solidFill>
                  <a:srgbClr val="141414"/>
                </a:solidFill>
                <a:latin typeface="Helvetica Neue"/>
                <a:ea typeface="Helvetica Neue"/>
                <a:cs typeface="Helvetica Neue"/>
              </a:defRPr>
            </a:lvl6pPr>
            <a:lvl7pPr>
              <a:defRPr sz="3900" b="1">
                <a:solidFill>
                  <a:srgbClr val="141414"/>
                </a:solidFill>
                <a:latin typeface="Helvetica Neue"/>
                <a:ea typeface="Helvetica Neue"/>
                <a:cs typeface="Helvetica Neue"/>
              </a:defRPr>
            </a:lvl7pPr>
            <a:lvl8pPr>
              <a:defRPr sz="3900" b="1">
                <a:solidFill>
                  <a:srgbClr val="141414"/>
                </a:solidFill>
                <a:latin typeface="Helvetica Neue"/>
                <a:ea typeface="Helvetica Neue"/>
                <a:cs typeface="Helvetica Neue"/>
              </a:defRPr>
            </a:lvl8pPr>
            <a:lvl9pPr>
              <a:defRPr sz="3900" b="1">
                <a:solidFill>
                  <a:srgbClr val="141414"/>
                </a:solidFill>
                <a:latin typeface="Helvetica Neue"/>
                <a:ea typeface="Helvetica Neue"/>
                <a:cs typeface="Helvetica Neue"/>
              </a:defRPr>
            </a:lvl9pPr>
          </a:lstStyle>
          <a:p xmlns:a="http://schemas.openxmlformats.org/drawingml/2006/main">
            <a:pPr>
              <a:defRPr sz="3900" b="1">
                <a:solidFill>
                  <a:srgbClr val="141414"/>
                </a:solidFill>
                <a:latin typeface="Helvetica Neue"/>
                <a:ea typeface="Helvetica Neue"/>
                <a:cs typeface="Helvetica Neue"/>
              </a:defRPr>
            </a:pPr>
            <a:r>
              <a:rPr sz="3900" b="1">
                <a:solidFill>
                  <a:srgbClr val="141414"/>
                </a:solidFill>
                <a:latin typeface="Helvetica Neue"/>
                <a:ea typeface="Helvetica Neue"/>
                <a:cs typeface="Helvetica Neue"/>
              </a:rPr>
              <a:t>Bodyweight coaching</a:t>
            </a:r>
          </a:p>
          <a:p xmlns:a="http://schemas.openxmlformats.org/drawingml/2006/main">
            <a:pPr>
              <a:defRPr sz="3900" b="1">
                <a:solidFill>
                  <a:srgbClr val="141414"/>
                </a:solidFill>
                <a:latin typeface="Helvetica Neue"/>
                <a:ea typeface="Helvetica Neue"/>
                <a:cs typeface="Helvetica Neue"/>
              </a:defRPr>
            </a:pPr>
            <a:r>
              <a:rPr sz="3900" b="1">
                <a:solidFill>
                  <a:srgbClr val="141414"/>
                </a:solidFill>
                <a:latin typeface="Helvetica Neue"/>
                <a:ea typeface="Helvetica Neue"/>
                <a:cs typeface="Helvetica Neue"/>
              </a:rPr>
              <a:t>on iPhone and Watch</a:t>
            </a:r>
          </a:p>
        </p:txBody>
      </p:sp>
      <p:sp>
        <p:nvSpPr>
          <p:cNvPr id="3" name="text-3">
            <a:extLst xmlns:a="http://schemas.openxmlformats.org/drawingml/2006/main">
              <a:ext uri="{FF2B5EF4-FFF2-40B4-BE49-F238E27FC236}">
                <a16:creationId xmlns:a16="http://schemas.microsoft.com/office/drawing/2014/main" id="{92375CA3-F4C0-49A1-8511-9D7461EEBECB}"/>
              </a:ext>
            </a:extLst>
          </p:cNvPr>
          <p:cNvSpPr>
            <a:spLocks xmlns:a="http://schemas.openxmlformats.org/drawingml/2006/main" noGrp="1"/>
          </p:cNvSpPr>
          <p:nvPr/>
        </p:nvSpPr>
        <p:spPr>
          <a:xfrm xmlns:a="http://schemas.openxmlformats.org/drawingml/2006/main">
            <a:off x="781050" y="4476750"/>
            <a:ext cx="619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D6560"/>
                </a:solidFill>
                <a:latin typeface="Helvetica Neue"/>
                <a:ea typeface="Helvetica Neue"/>
                <a:cs typeface="Helvetica Neue"/>
              </a:defRPr>
            </a:defPPr>
            <a:lvl1pPr>
              <a:defRPr sz="2175" b="0">
                <a:solidFill>
                  <a:srgbClr val="5D6560"/>
                </a:solidFill>
                <a:latin typeface="Helvetica Neue"/>
                <a:ea typeface="Helvetica Neue"/>
                <a:cs typeface="Helvetica Neue"/>
              </a:defRPr>
            </a:lvl1pPr>
            <a:lvl2pPr>
              <a:defRPr sz="2175" b="0">
                <a:solidFill>
                  <a:srgbClr val="5D6560"/>
                </a:solidFill>
                <a:latin typeface="Helvetica Neue"/>
                <a:ea typeface="Helvetica Neue"/>
                <a:cs typeface="Helvetica Neue"/>
              </a:defRPr>
            </a:lvl2pPr>
            <a:lvl3pPr>
              <a:defRPr sz="2175" b="0">
                <a:solidFill>
                  <a:srgbClr val="5D6560"/>
                </a:solidFill>
                <a:latin typeface="Helvetica Neue"/>
                <a:ea typeface="Helvetica Neue"/>
                <a:cs typeface="Helvetica Neue"/>
              </a:defRPr>
            </a:lvl3pPr>
            <a:lvl4pPr>
              <a:defRPr sz="2175" b="0">
                <a:solidFill>
                  <a:srgbClr val="5D6560"/>
                </a:solidFill>
                <a:latin typeface="Helvetica Neue"/>
                <a:ea typeface="Helvetica Neue"/>
                <a:cs typeface="Helvetica Neue"/>
              </a:defRPr>
            </a:lvl4pPr>
            <a:lvl5pPr>
              <a:defRPr sz="2175" b="0">
                <a:solidFill>
                  <a:srgbClr val="5D6560"/>
                </a:solidFill>
                <a:latin typeface="Helvetica Neue"/>
                <a:ea typeface="Helvetica Neue"/>
                <a:cs typeface="Helvetica Neue"/>
              </a:defRPr>
            </a:lvl5pPr>
            <a:lvl6pPr>
              <a:defRPr sz="2175" b="0">
                <a:solidFill>
                  <a:srgbClr val="5D6560"/>
                </a:solidFill>
                <a:latin typeface="Helvetica Neue"/>
                <a:ea typeface="Helvetica Neue"/>
                <a:cs typeface="Helvetica Neue"/>
              </a:defRPr>
            </a:lvl6pPr>
            <a:lvl7pPr>
              <a:defRPr sz="2175" b="0">
                <a:solidFill>
                  <a:srgbClr val="5D6560"/>
                </a:solidFill>
                <a:latin typeface="Helvetica Neue"/>
                <a:ea typeface="Helvetica Neue"/>
                <a:cs typeface="Helvetica Neue"/>
              </a:defRPr>
            </a:lvl7pPr>
            <a:lvl8pPr>
              <a:defRPr sz="2175" b="0">
                <a:solidFill>
                  <a:srgbClr val="5D6560"/>
                </a:solidFill>
                <a:latin typeface="Helvetica Neue"/>
                <a:ea typeface="Helvetica Neue"/>
                <a:cs typeface="Helvetica Neue"/>
              </a:defRPr>
            </a:lvl8pPr>
            <a:lvl9pPr>
              <a:defRPr sz="2175" b="0">
                <a:solidFill>
                  <a:srgbClr val="5D6560"/>
                </a:solidFill>
                <a:latin typeface="Helvetica Neue"/>
                <a:ea typeface="Helvetica Neue"/>
                <a:cs typeface="Helvetica Neue"/>
              </a:defRPr>
            </a:lvl9pPr>
          </a:lstStyle>
          <a:p xmlns:a="http://schemas.openxmlformats.org/drawingml/2006/main">
            <a:pPr>
              <a:defRPr sz="2175" b="0">
                <a:solidFill>
                  <a:srgbClr val="5D6560"/>
                </a:solidFill>
                <a:latin typeface="Helvetica Neue"/>
                <a:ea typeface="Helvetica Neue"/>
                <a:cs typeface="Helvetica Neue"/>
              </a:defRPr>
            </a:pPr>
            <a:r>
              <a:rPr sz="2175" b="0">
                <a:solidFill>
                  <a:srgbClr val="5D6560"/>
                </a:solidFill>
                <a:latin typeface="Helvetica Neue"/>
                <a:ea typeface="Helvetica Neue"/>
                <a:cs typeface="Helvetica Neue"/>
              </a:rPr>
              <a:t>Short workout feedback needs fresh evidence.</a:t>
            </a:r>
          </a:p>
          <a:p xmlns:a="http://schemas.openxmlformats.org/drawingml/2006/main">
            <a:pPr>
              <a:defRPr sz="2175" b="0">
                <a:solidFill>
                  <a:srgbClr val="5D6560"/>
                </a:solidFill>
                <a:latin typeface="Helvetica Neue"/>
                <a:ea typeface="Helvetica Neue"/>
                <a:cs typeface="Helvetica Neue"/>
              </a:defRPr>
            </a:pPr>
            <a:r>
              <a:rPr sz="2175" b="0">
                <a:solidFill>
                  <a:srgbClr val="5D6560"/>
                </a:solidFill>
                <a:latin typeface="Helvetica Neue"/>
                <a:ea typeface="Helvetica Neue"/>
                <a:cs typeface="Helvetica Neue"/>
              </a:rPr>
              <a:t>The user stays in control of the set.</a:t>
            </a:r>
          </a:p>
        </p:txBody>
      </p:sp>
      <p:sp>
        <p:nvSpPr>
          <p:cNvPr id="4" name="text-4">
            <a:extLst xmlns:a="http://schemas.openxmlformats.org/drawingml/2006/main">
              <a:ext uri="{FF2B5EF4-FFF2-40B4-BE49-F238E27FC236}">
                <a16:creationId xmlns:a16="http://schemas.microsoft.com/office/drawing/2014/main" id="{685BEFE9-2D47-4904-917B-E7418E4DC73D}"/>
              </a:ext>
            </a:extLst>
          </p:cNvPr>
          <p:cNvSpPr>
            <a:spLocks xmlns:a="http://schemas.openxmlformats.org/drawingml/2006/main" noGrp="1"/>
          </p:cNvSpPr>
          <p:nvPr/>
        </p:nvSpPr>
        <p:spPr>
          <a:xfrm xmlns:a="http://schemas.openxmlformats.org/drawingml/2006/main">
            <a:off x="781050" y="59817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216B49"/>
                </a:solidFill>
                <a:latin typeface="Helvetica Neue"/>
                <a:ea typeface="Helvetica Neue"/>
                <a:cs typeface="Helvetica Neue"/>
              </a:defRPr>
            </a:defPPr>
            <a:lvl1pPr>
              <a:defRPr sz="1800" b="1">
                <a:solidFill>
                  <a:srgbClr val="216B49"/>
                </a:solidFill>
                <a:latin typeface="Helvetica Neue"/>
                <a:ea typeface="Helvetica Neue"/>
                <a:cs typeface="Helvetica Neue"/>
              </a:defRPr>
            </a:lvl1pPr>
            <a:lvl2pPr>
              <a:defRPr sz="1800" b="1">
                <a:solidFill>
                  <a:srgbClr val="216B49"/>
                </a:solidFill>
                <a:latin typeface="Helvetica Neue"/>
                <a:ea typeface="Helvetica Neue"/>
                <a:cs typeface="Helvetica Neue"/>
              </a:defRPr>
            </a:lvl2pPr>
            <a:lvl3pPr>
              <a:defRPr sz="1800" b="1">
                <a:solidFill>
                  <a:srgbClr val="216B49"/>
                </a:solidFill>
                <a:latin typeface="Helvetica Neue"/>
                <a:ea typeface="Helvetica Neue"/>
                <a:cs typeface="Helvetica Neue"/>
              </a:defRPr>
            </a:lvl3pPr>
            <a:lvl4pPr>
              <a:defRPr sz="1800" b="1">
                <a:solidFill>
                  <a:srgbClr val="216B49"/>
                </a:solidFill>
                <a:latin typeface="Helvetica Neue"/>
                <a:ea typeface="Helvetica Neue"/>
                <a:cs typeface="Helvetica Neue"/>
              </a:defRPr>
            </a:lvl4pPr>
            <a:lvl5pPr>
              <a:defRPr sz="1800" b="1">
                <a:solidFill>
                  <a:srgbClr val="216B49"/>
                </a:solidFill>
                <a:latin typeface="Helvetica Neue"/>
                <a:ea typeface="Helvetica Neue"/>
                <a:cs typeface="Helvetica Neue"/>
              </a:defRPr>
            </a:lvl5pPr>
            <a:lvl6pPr>
              <a:defRPr sz="1800" b="1">
                <a:solidFill>
                  <a:srgbClr val="216B49"/>
                </a:solidFill>
                <a:latin typeface="Helvetica Neue"/>
                <a:ea typeface="Helvetica Neue"/>
                <a:cs typeface="Helvetica Neue"/>
              </a:defRPr>
            </a:lvl6pPr>
            <a:lvl7pPr>
              <a:defRPr sz="1800" b="1">
                <a:solidFill>
                  <a:srgbClr val="216B49"/>
                </a:solidFill>
                <a:latin typeface="Helvetica Neue"/>
                <a:ea typeface="Helvetica Neue"/>
                <a:cs typeface="Helvetica Neue"/>
              </a:defRPr>
            </a:lvl7pPr>
            <a:lvl8pPr>
              <a:defRPr sz="1800" b="1">
                <a:solidFill>
                  <a:srgbClr val="216B49"/>
                </a:solidFill>
                <a:latin typeface="Helvetica Neue"/>
                <a:ea typeface="Helvetica Neue"/>
                <a:cs typeface="Helvetica Neue"/>
              </a:defRPr>
            </a:lvl8pPr>
            <a:lvl9pPr>
              <a:defRPr sz="1800" b="1">
                <a:solidFill>
                  <a:srgbClr val="216B49"/>
                </a:solidFill>
                <a:latin typeface="Helvetica Neue"/>
                <a:ea typeface="Helvetica Neue"/>
                <a:cs typeface="Helvetica Neue"/>
              </a:defRPr>
            </a:lvl9pPr>
          </a:lstStyle>
          <a:p xmlns:a="http://schemas.openxmlformats.org/drawingml/2006/main">
            <a:pPr>
              <a:defRPr sz="1800" b="1">
                <a:solidFill>
                  <a:srgbClr val="216B49"/>
                </a:solidFill>
                <a:latin typeface="Helvetica Neue"/>
                <a:ea typeface="Helvetica Neue"/>
                <a:cs typeface="Helvetica Neue"/>
              </a:defRPr>
            </a:pPr>
            <a:r>
              <a:rPr sz="1800" b="1">
                <a:solidFill>
                  <a:srgbClr val="216B49"/>
                </a:solidFill>
                <a:latin typeface="Helvetica Neue"/>
                <a:ea typeface="Helvetica Neue"/>
                <a:cs typeface="Helvetica Neue"/>
              </a:rPr>
              <a:t>OxHack 2026</a:t>
            </a:r>
          </a:p>
        </p:txBody>
      </p:sp>
      <p:pic>
        <p:nvPicPr>
          <p:cNvPr id="5" name="">
            <a:extLst xmlns:a="http://schemas.openxmlformats.org/drawingml/2006/main">
              <a:ext uri="{FF2B5EF4-FFF2-40B4-BE49-F238E27FC236}">
                <a16:creationId xmlns:a16="http://schemas.microsoft.com/office/drawing/2014/main" id="{C7EAB77F-5406-4C37-99E2-E0627053BE9C}"/>
              </a:ext>
            </a:extLst>
          </p:cNvPr>
          <p:cNvPicPr>
            <a:picLocks xmlns:a="http://schemas.openxmlformats.org/drawingml/2006/main" noChangeAspect="1"/>
          </p:cNvPicPr>
          <p:nvPr/>
        </p:nvPicPr>
        <p:blipFill>
          <a:blip xmlns:r="http://schemas.openxmlformats.org/officeDocument/2006/relationships" xmlns:a="http://schemas.openxmlformats.org/drawingml/2006/main" r:embed="R0552ccd038dc4cca"/>
          <a:stretch xmlns:a="http://schemas.openxmlformats.org/drawingml/2006/main"/>
        </p:blipFill>
        <p:spPr>
          <a:xfrm xmlns:a="http://schemas.openxmlformats.org/drawingml/2006/main">
            <a:off x="8295323" y="619125"/>
            <a:ext cx="2497455" cy="5429250"/>
          </a:xfrm>
          <a:prstGeom xmlns:a="http://schemas.openxmlformats.org/drawingml/2006/main" prst="rect">
            <a:avLst/>
          </a:prstGeom>
        </p:spPr>
      </p:pic>
      <p:sp>
        <p:nvSpPr>
          <p:cNvPr id="6" name="text-5">
            <a:extLst xmlns:a="http://schemas.openxmlformats.org/drawingml/2006/main">
              <a:ext uri="{FF2B5EF4-FFF2-40B4-BE49-F238E27FC236}">
                <a16:creationId xmlns:a16="http://schemas.microsoft.com/office/drawing/2014/main" id="{9EB3CE46-7EC3-4CEF-B865-A690C40F89B7}"/>
              </a:ext>
            </a:extLst>
          </p:cNvPr>
          <p:cNvSpPr>
            <a:spLocks xmlns:a="http://schemas.openxmlformats.org/drawingml/2006/main" noGrp="1"/>
          </p:cNvSpPr>
          <p:nvPr/>
        </p:nvSpPr>
        <p:spPr>
          <a:xfrm xmlns:a="http://schemas.openxmlformats.org/drawingml/2006/main">
            <a:off x="8153400" y="617220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D6560"/>
                </a:solidFill>
                <a:latin typeface="Helvetica Neue"/>
                <a:ea typeface="Helvetica Neue"/>
                <a:cs typeface="Helvetica Neue"/>
              </a:defRPr>
            </a:defPPr>
            <a:lvl1pPr>
              <a:defRPr sz="1575" b="0">
                <a:solidFill>
                  <a:srgbClr val="5D6560"/>
                </a:solidFill>
                <a:latin typeface="Helvetica Neue"/>
                <a:ea typeface="Helvetica Neue"/>
                <a:cs typeface="Helvetica Neue"/>
              </a:defRPr>
            </a:lvl1pPr>
            <a:lvl2pPr>
              <a:defRPr sz="1575" b="0">
                <a:solidFill>
                  <a:srgbClr val="5D6560"/>
                </a:solidFill>
                <a:latin typeface="Helvetica Neue"/>
                <a:ea typeface="Helvetica Neue"/>
                <a:cs typeface="Helvetica Neue"/>
              </a:defRPr>
            </a:lvl2pPr>
            <a:lvl3pPr>
              <a:defRPr sz="1575" b="0">
                <a:solidFill>
                  <a:srgbClr val="5D6560"/>
                </a:solidFill>
                <a:latin typeface="Helvetica Neue"/>
                <a:ea typeface="Helvetica Neue"/>
                <a:cs typeface="Helvetica Neue"/>
              </a:defRPr>
            </a:lvl3pPr>
            <a:lvl4pPr>
              <a:defRPr sz="1575" b="0">
                <a:solidFill>
                  <a:srgbClr val="5D6560"/>
                </a:solidFill>
                <a:latin typeface="Helvetica Neue"/>
                <a:ea typeface="Helvetica Neue"/>
                <a:cs typeface="Helvetica Neue"/>
              </a:defRPr>
            </a:lvl4pPr>
            <a:lvl5pPr>
              <a:defRPr sz="1575" b="0">
                <a:solidFill>
                  <a:srgbClr val="5D6560"/>
                </a:solidFill>
                <a:latin typeface="Helvetica Neue"/>
                <a:ea typeface="Helvetica Neue"/>
                <a:cs typeface="Helvetica Neue"/>
              </a:defRPr>
            </a:lvl5pPr>
            <a:lvl6pPr>
              <a:defRPr sz="1575" b="0">
                <a:solidFill>
                  <a:srgbClr val="5D6560"/>
                </a:solidFill>
                <a:latin typeface="Helvetica Neue"/>
                <a:ea typeface="Helvetica Neue"/>
                <a:cs typeface="Helvetica Neue"/>
              </a:defRPr>
            </a:lvl6pPr>
            <a:lvl7pPr>
              <a:defRPr sz="1575" b="0">
                <a:solidFill>
                  <a:srgbClr val="5D6560"/>
                </a:solidFill>
                <a:latin typeface="Helvetica Neue"/>
                <a:ea typeface="Helvetica Neue"/>
                <a:cs typeface="Helvetica Neue"/>
              </a:defRPr>
            </a:lvl7pPr>
            <a:lvl8pPr>
              <a:defRPr sz="1575" b="0">
                <a:solidFill>
                  <a:srgbClr val="5D6560"/>
                </a:solidFill>
                <a:latin typeface="Helvetica Neue"/>
                <a:ea typeface="Helvetica Neue"/>
                <a:cs typeface="Helvetica Neue"/>
              </a:defRPr>
            </a:lvl8pPr>
            <a:lvl9pPr>
              <a:defRPr sz="1575" b="0">
                <a:solidFill>
                  <a:srgbClr val="5D6560"/>
                </a:solidFill>
                <a:latin typeface="Helvetica Neue"/>
                <a:ea typeface="Helvetica Neue"/>
                <a:cs typeface="Helvetica Neue"/>
              </a:defRPr>
            </a:lvl9pPr>
          </a:lstStyle>
          <a:p xmlns:a="http://schemas.openxmlformats.org/drawingml/2006/main">
            <a:pPr>
              <a:defRPr sz="1575" b="0">
                <a:solidFill>
                  <a:srgbClr val="5D6560"/>
                </a:solidFill>
                <a:latin typeface="Helvetica Neue"/>
                <a:ea typeface="Helvetica Neue"/>
                <a:cs typeface="Helvetica Neue"/>
              </a:defRPr>
            </a:pPr>
            <a:r>
              <a:rPr sz="1575" b="0">
                <a:solidFill>
                  <a:srgbClr val="5D6560"/>
                </a:solidFill>
                <a:latin typeface="Helvetica Neue"/>
                <a:ea typeface="Helvetica Neue"/>
                <a:cs typeface="Helvetica Neue"/>
              </a:rPr>
              <a:t>iPhone simulator</a:t>
            </a:r>
          </a:p>
        </p:txBody>
      </p:sp>
    </p:spTree>
    <p:extLst>
      <p:ext uri="{BB962C8B-B14F-4D97-AF65-F5344CB8AC3E}">
        <p14:creationId xmlns:p14="http://schemas.microsoft.com/office/powerpoint/2010/main" val="56496733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ext-6">
            <a:extLst xmlns:a="http://schemas.openxmlformats.org/drawingml/2006/main">
              <a:ext uri="{FF2B5EF4-FFF2-40B4-BE49-F238E27FC236}">
                <a16:creationId xmlns:a16="http://schemas.microsoft.com/office/drawing/2014/main" id="{1EE82BFE-E9BE-44AE-B68F-396F6DF86F42}"/>
              </a:ext>
            </a:extLst>
          </p:cNvPr>
          <p:cNvSpPr>
            <a:spLocks xmlns:a="http://schemas.openxmlformats.org/drawingml/2006/main" noGrp="1"/>
          </p:cNvSpPr>
          <p:nvPr/>
        </p:nvSpPr>
        <p:spPr>
          <a:xfrm xmlns:a="http://schemas.openxmlformats.org/drawingml/2006/main">
            <a:off x="723900" y="55245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41414"/>
                </a:solidFill>
                <a:latin typeface="Helvetica Neue"/>
                <a:ea typeface="Helvetica Neue"/>
                <a:cs typeface="Helvetica Neue"/>
              </a:defRPr>
            </a:defPPr>
            <a:lvl1pPr>
              <a:defRPr sz="3600" b="1">
                <a:solidFill>
                  <a:srgbClr val="141414"/>
                </a:solidFill>
                <a:latin typeface="Helvetica Neue"/>
                <a:ea typeface="Helvetica Neue"/>
                <a:cs typeface="Helvetica Neue"/>
              </a:defRPr>
            </a:lvl1pPr>
            <a:lvl2pPr>
              <a:defRPr sz="3600" b="1">
                <a:solidFill>
                  <a:srgbClr val="141414"/>
                </a:solidFill>
                <a:latin typeface="Helvetica Neue"/>
                <a:ea typeface="Helvetica Neue"/>
                <a:cs typeface="Helvetica Neue"/>
              </a:defRPr>
            </a:lvl2pPr>
            <a:lvl3pPr>
              <a:defRPr sz="3600" b="1">
                <a:solidFill>
                  <a:srgbClr val="141414"/>
                </a:solidFill>
                <a:latin typeface="Helvetica Neue"/>
                <a:ea typeface="Helvetica Neue"/>
                <a:cs typeface="Helvetica Neue"/>
              </a:defRPr>
            </a:lvl3pPr>
            <a:lvl4pPr>
              <a:defRPr sz="3600" b="1">
                <a:solidFill>
                  <a:srgbClr val="141414"/>
                </a:solidFill>
                <a:latin typeface="Helvetica Neue"/>
                <a:ea typeface="Helvetica Neue"/>
                <a:cs typeface="Helvetica Neue"/>
              </a:defRPr>
            </a:lvl4pPr>
            <a:lvl5pPr>
              <a:defRPr sz="3600" b="1">
                <a:solidFill>
                  <a:srgbClr val="141414"/>
                </a:solidFill>
                <a:latin typeface="Helvetica Neue"/>
                <a:ea typeface="Helvetica Neue"/>
                <a:cs typeface="Helvetica Neue"/>
              </a:defRPr>
            </a:lvl5pPr>
            <a:lvl6pPr>
              <a:defRPr sz="3600" b="1">
                <a:solidFill>
                  <a:srgbClr val="141414"/>
                </a:solidFill>
                <a:latin typeface="Helvetica Neue"/>
                <a:ea typeface="Helvetica Neue"/>
                <a:cs typeface="Helvetica Neue"/>
              </a:defRPr>
            </a:lvl6pPr>
            <a:lvl7pPr>
              <a:defRPr sz="3600" b="1">
                <a:solidFill>
                  <a:srgbClr val="141414"/>
                </a:solidFill>
                <a:latin typeface="Helvetica Neue"/>
                <a:ea typeface="Helvetica Neue"/>
                <a:cs typeface="Helvetica Neue"/>
              </a:defRPr>
            </a:lvl7pPr>
            <a:lvl8pPr>
              <a:defRPr sz="3600" b="1">
                <a:solidFill>
                  <a:srgbClr val="141414"/>
                </a:solidFill>
                <a:latin typeface="Helvetica Neue"/>
                <a:ea typeface="Helvetica Neue"/>
                <a:cs typeface="Helvetica Neue"/>
              </a:defRPr>
            </a:lvl8pPr>
            <a:lvl9pPr>
              <a:defRPr sz="3600" b="1">
                <a:solidFill>
                  <a:srgbClr val="141414"/>
                </a:solidFill>
                <a:latin typeface="Helvetica Neue"/>
                <a:ea typeface="Helvetica Neue"/>
                <a:cs typeface="Helvetica Neue"/>
              </a:defRPr>
            </a:lvl9pPr>
          </a:lstStyle>
          <a:p xmlns:a="http://schemas.openxmlformats.org/drawingml/2006/main">
            <a:pPr>
              <a:defRPr sz="3600" b="1">
                <a:solidFill>
                  <a:srgbClr val="141414"/>
                </a:solidFill>
                <a:latin typeface="Helvetica Neue"/>
                <a:ea typeface="Helvetica Neue"/>
                <a:cs typeface="Helvetica Neue"/>
              </a:defRPr>
            </a:pPr>
            <a:r>
              <a:rPr sz="3600" b="1">
                <a:solidFill>
                  <a:srgbClr val="141414"/>
                </a:solidFill>
                <a:latin typeface="Helvetica Neue"/>
                <a:ea typeface="Helvetica Neue"/>
                <a:cs typeface="Helvetica Neue"/>
              </a:rPr>
              <a:t>The workout flow</a:t>
            </a:r>
          </a:p>
        </p:txBody>
      </p:sp>
      <p:sp>
        <p:nvSpPr>
          <p:cNvPr id="2" name="text-7">
            <a:extLst xmlns:a="http://schemas.openxmlformats.org/drawingml/2006/main">
              <a:ext uri="{FF2B5EF4-FFF2-40B4-BE49-F238E27FC236}">
                <a16:creationId xmlns:a16="http://schemas.microsoft.com/office/drawing/2014/main" id="{EB0C7333-FBC7-4ACB-8CB9-B810D246C047}"/>
              </a:ext>
            </a:extLst>
          </p:cNvPr>
          <p:cNvSpPr>
            <a:spLocks xmlns:a="http://schemas.openxmlformats.org/drawingml/2006/main" noGrp="1"/>
          </p:cNvSpPr>
          <p:nvPr/>
        </p:nvSpPr>
        <p:spPr>
          <a:xfrm xmlns:a="http://schemas.openxmlformats.org/drawingml/2006/main">
            <a:off x="10953750" y="64008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D6560"/>
                </a:solidFill>
                <a:latin typeface="Helvetica Neue"/>
                <a:ea typeface="Helvetica Neue"/>
                <a:cs typeface="Helvetica Neue"/>
              </a:defRPr>
            </a:defPPr>
            <a:lvl1pPr algn="r">
              <a:defRPr sz="1425" b="0">
                <a:solidFill>
                  <a:srgbClr val="5D6560"/>
                </a:solidFill>
                <a:latin typeface="Helvetica Neue"/>
                <a:ea typeface="Helvetica Neue"/>
                <a:cs typeface="Helvetica Neue"/>
              </a:defRPr>
            </a:lvl1pPr>
            <a:lvl2pPr algn="r">
              <a:defRPr sz="1425" b="0">
                <a:solidFill>
                  <a:srgbClr val="5D6560"/>
                </a:solidFill>
                <a:latin typeface="Helvetica Neue"/>
                <a:ea typeface="Helvetica Neue"/>
                <a:cs typeface="Helvetica Neue"/>
              </a:defRPr>
            </a:lvl2pPr>
            <a:lvl3pPr algn="r">
              <a:defRPr sz="1425" b="0">
                <a:solidFill>
                  <a:srgbClr val="5D6560"/>
                </a:solidFill>
                <a:latin typeface="Helvetica Neue"/>
                <a:ea typeface="Helvetica Neue"/>
                <a:cs typeface="Helvetica Neue"/>
              </a:defRPr>
            </a:lvl3pPr>
            <a:lvl4pPr algn="r">
              <a:defRPr sz="1425" b="0">
                <a:solidFill>
                  <a:srgbClr val="5D6560"/>
                </a:solidFill>
                <a:latin typeface="Helvetica Neue"/>
                <a:ea typeface="Helvetica Neue"/>
                <a:cs typeface="Helvetica Neue"/>
              </a:defRPr>
            </a:lvl4pPr>
            <a:lvl5pPr algn="r">
              <a:defRPr sz="1425" b="0">
                <a:solidFill>
                  <a:srgbClr val="5D6560"/>
                </a:solidFill>
                <a:latin typeface="Helvetica Neue"/>
                <a:ea typeface="Helvetica Neue"/>
                <a:cs typeface="Helvetica Neue"/>
              </a:defRPr>
            </a:lvl5pPr>
            <a:lvl6pPr algn="r">
              <a:defRPr sz="1425" b="0">
                <a:solidFill>
                  <a:srgbClr val="5D6560"/>
                </a:solidFill>
                <a:latin typeface="Helvetica Neue"/>
                <a:ea typeface="Helvetica Neue"/>
                <a:cs typeface="Helvetica Neue"/>
              </a:defRPr>
            </a:lvl6pPr>
            <a:lvl7pPr algn="r">
              <a:defRPr sz="1425" b="0">
                <a:solidFill>
                  <a:srgbClr val="5D6560"/>
                </a:solidFill>
                <a:latin typeface="Helvetica Neue"/>
                <a:ea typeface="Helvetica Neue"/>
                <a:cs typeface="Helvetica Neue"/>
              </a:defRPr>
            </a:lvl7pPr>
            <a:lvl8pPr algn="r">
              <a:defRPr sz="1425" b="0">
                <a:solidFill>
                  <a:srgbClr val="5D6560"/>
                </a:solidFill>
                <a:latin typeface="Helvetica Neue"/>
                <a:ea typeface="Helvetica Neue"/>
                <a:cs typeface="Helvetica Neue"/>
              </a:defRPr>
            </a:lvl8pPr>
            <a:lvl9pPr algn="r">
              <a:defRPr sz="1425" b="0">
                <a:solidFill>
                  <a:srgbClr val="5D6560"/>
                </a:solidFill>
                <a:latin typeface="Helvetica Neue"/>
                <a:ea typeface="Helvetica Neue"/>
                <a:cs typeface="Helvetica Neue"/>
              </a:defRPr>
            </a:lvl9pPr>
          </a:lstStyle>
          <a:p xmlns:a="http://schemas.openxmlformats.org/drawingml/2006/main">
            <a:pPr algn="r">
              <a:defRPr sz="1425" b="0">
                <a:solidFill>
                  <a:srgbClr val="5D6560"/>
                </a:solidFill>
                <a:latin typeface="Helvetica Neue"/>
                <a:ea typeface="Helvetica Neue"/>
                <a:cs typeface="Helvetica Neue"/>
              </a:defRPr>
            </a:pPr>
            <a:r>
              <a:rPr sz="1425" b="0">
                <a:solidFill>
                  <a:srgbClr val="5D6560"/>
                </a:solidFill>
                <a:latin typeface="Helvetica Neue"/>
                <a:ea typeface="Helvetica Neue"/>
                <a:cs typeface="Helvetica Neue"/>
              </a:rPr>
              <a:t>02</a:t>
            </a:r>
          </a:p>
        </p:txBody>
      </p:sp>
      <p:sp>
        <p:nvSpPr>
          <p:cNvPr id="3" name="text-8">
            <a:extLst xmlns:a="http://schemas.openxmlformats.org/drawingml/2006/main">
              <a:ext uri="{FF2B5EF4-FFF2-40B4-BE49-F238E27FC236}">
                <a16:creationId xmlns:a16="http://schemas.microsoft.com/office/drawing/2014/main" id="{B0F28549-471C-4CF6-B00D-D33A087515CA}"/>
              </a:ext>
            </a:extLst>
          </p:cNvPr>
          <p:cNvSpPr>
            <a:spLocks xmlns:a="http://schemas.openxmlformats.org/drawingml/2006/main" noGrp="1"/>
          </p:cNvSpPr>
          <p:nvPr/>
        </p:nvSpPr>
        <p:spPr>
          <a:xfrm xmlns:a="http://schemas.openxmlformats.org/drawingml/2006/main">
            <a:off x="762000" y="1752600"/>
            <a:ext cx="685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216B49"/>
                </a:solidFill>
                <a:latin typeface="Helvetica Neue"/>
                <a:ea typeface="Helvetica Neue"/>
                <a:cs typeface="Helvetica Neue"/>
              </a:defRPr>
            </a:defPPr>
            <a:lvl1pPr>
              <a:defRPr sz="3000" b="1">
                <a:solidFill>
                  <a:srgbClr val="216B49"/>
                </a:solidFill>
                <a:latin typeface="Helvetica Neue"/>
                <a:ea typeface="Helvetica Neue"/>
                <a:cs typeface="Helvetica Neue"/>
              </a:defRPr>
            </a:lvl1pPr>
            <a:lvl2pPr>
              <a:defRPr sz="3000" b="1">
                <a:solidFill>
                  <a:srgbClr val="216B49"/>
                </a:solidFill>
                <a:latin typeface="Helvetica Neue"/>
                <a:ea typeface="Helvetica Neue"/>
                <a:cs typeface="Helvetica Neue"/>
              </a:defRPr>
            </a:lvl2pPr>
            <a:lvl3pPr>
              <a:defRPr sz="3000" b="1">
                <a:solidFill>
                  <a:srgbClr val="216B49"/>
                </a:solidFill>
                <a:latin typeface="Helvetica Neue"/>
                <a:ea typeface="Helvetica Neue"/>
                <a:cs typeface="Helvetica Neue"/>
              </a:defRPr>
            </a:lvl3pPr>
            <a:lvl4pPr>
              <a:defRPr sz="3000" b="1">
                <a:solidFill>
                  <a:srgbClr val="216B49"/>
                </a:solidFill>
                <a:latin typeface="Helvetica Neue"/>
                <a:ea typeface="Helvetica Neue"/>
                <a:cs typeface="Helvetica Neue"/>
              </a:defRPr>
            </a:lvl4pPr>
            <a:lvl5pPr>
              <a:defRPr sz="3000" b="1">
                <a:solidFill>
                  <a:srgbClr val="216B49"/>
                </a:solidFill>
                <a:latin typeface="Helvetica Neue"/>
                <a:ea typeface="Helvetica Neue"/>
                <a:cs typeface="Helvetica Neue"/>
              </a:defRPr>
            </a:lvl5pPr>
            <a:lvl6pPr>
              <a:defRPr sz="3000" b="1">
                <a:solidFill>
                  <a:srgbClr val="216B49"/>
                </a:solidFill>
                <a:latin typeface="Helvetica Neue"/>
                <a:ea typeface="Helvetica Neue"/>
                <a:cs typeface="Helvetica Neue"/>
              </a:defRPr>
            </a:lvl6pPr>
            <a:lvl7pPr>
              <a:defRPr sz="3000" b="1">
                <a:solidFill>
                  <a:srgbClr val="216B49"/>
                </a:solidFill>
                <a:latin typeface="Helvetica Neue"/>
                <a:ea typeface="Helvetica Neue"/>
                <a:cs typeface="Helvetica Neue"/>
              </a:defRPr>
            </a:lvl7pPr>
            <a:lvl8pPr>
              <a:defRPr sz="3000" b="1">
                <a:solidFill>
                  <a:srgbClr val="216B49"/>
                </a:solidFill>
                <a:latin typeface="Helvetica Neue"/>
                <a:ea typeface="Helvetica Neue"/>
                <a:cs typeface="Helvetica Neue"/>
              </a:defRPr>
            </a:lvl8pPr>
            <a:lvl9pPr>
              <a:defRPr sz="3000" b="1">
                <a:solidFill>
                  <a:srgbClr val="216B49"/>
                </a:solidFill>
                <a:latin typeface="Helvetica Neue"/>
                <a:ea typeface="Helvetica Neue"/>
                <a:cs typeface="Helvetica Neue"/>
              </a:defRPr>
            </a:lvl9pPr>
          </a:lstStyle>
          <a:p xmlns:a="http://schemas.openxmlformats.org/drawingml/2006/main">
            <a:pPr>
              <a:defRPr sz="3000" b="1">
                <a:solidFill>
                  <a:srgbClr val="216B49"/>
                </a:solidFill>
                <a:latin typeface="Helvetica Neue"/>
                <a:ea typeface="Helvetica Neue"/>
                <a:cs typeface="Helvetica Neue"/>
              </a:defRPr>
            </a:pPr>
            <a:r>
              <a:rPr sz="3000" b="1">
                <a:solidFill>
                  <a:srgbClr val="216B49"/>
                </a:solidFill>
                <a:latin typeface="Helvetica Neue"/>
                <a:ea typeface="Helvetica Neue"/>
                <a:cs typeface="Helvetica Neue"/>
              </a:rPr>
              <a:t>01</a:t>
            </a:r>
          </a:p>
        </p:txBody>
      </p:sp>
      <p:sp>
        <p:nvSpPr>
          <p:cNvPr id="4" name="text-9">
            <a:extLst xmlns:a="http://schemas.openxmlformats.org/drawingml/2006/main">
              <a:ext uri="{FF2B5EF4-FFF2-40B4-BE49-F238E27FC236}">
                <a16:creationId xmlns:a16="http://schemas.microsoft.com/office/drawing/2014/main" id="{C743D614-9E23-423F-BC2A-8CAA395B4A10}"/>
              </a:ext>
            </a:extLst>
          </p:cNvPr>
          <p:cNvSpPr>
            <a:spLocks xmlns:a="http://schemas.openxmlformats.org/drawingml/2006/main" noGrp="1"/>
          </p:cNvSpPr>
          <p:nvPr/>
        </p:nvSpPr>
        <p:spPr>
          <a:xfrm xmlns:a="http://schemas.openxmlformats.org/drawingml/2006/main">
            <a:off x="1762125" y="1752600"/>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41414"/>
                </a:solidFill>
                <a:latin typeface="Helvetica Neue"/>
                <a:ea typeface="Helvetica Neue"/>
                <a:cs typeface="Helvetica Neue"/>
              </a:defRPr>
            </a:defPPr>
            <a:lvl1pPr>
              <a:defRPr sz="2325" b="1">
                <a:solidFill>
                  <a:srgbClr val="141414"/>
                </a:solidFill>
                <a:latin typeface="Helvetica Neue"/>
                <a:ea typeface="Helvetica Neue"/>
                <a:cs typeface="Helvetica Neue"/>
              </a:defRPr>
            </a:lvl1pPr>
            <a:lvl2pPr>
              <a:defRPr sz="2325" b="1">
                <a:solidFill>
                  <a:srgbClr val="141414"/>
                </a:solidFill>
                <a:latin typeface="Helvetica Neue"/>
                <a:ea typeface="Helvetica Neue"/>
                <a:cs typeface="Helvetica Neue"/>
              </a:defRPr>
            </a:lvl2pPr>
            <a:lvl3pPr>
              <a:defRPr sz="2325" b="1">
                <a:solidFill>
                  <a:srgbClr val="141414"/>
                </a:solidFill>
                <a:latin typeface="Helvetica Neue"/>
                <a:ea typeface="Helvetica Neue"/>
                <a:cs typeface="Helvetica Neue"/>
              </a:defRPr>
            </a:lvl3pPr>
            <a:lvl4pPr>
              <a:defRPr sz="2325" b="1">
                <a:solidFill>
                  <a:srgbClr val="141414"/>
                </a:solidFill>
                <a:latin typeface="Helvetica Neue"/>
                <a:ea typeface="Helvetica Neue"/>
                <a:cs typeface="Helvetica Neue"/>
              </a:defRPr>
            </a:lvl4pPr>
            <a:lvl5pPr>
              <a:defRPr sz="2325" b="1">
                <a:solidFill>
                  <a:srgbClr val="141414"/>
                </a:solidFill>
                <a:latin typeface="Helvetica Neue"/>
                <a:ea typeface="Helvetica Neue"/>
                <a:cs typeface="Helvetica Neue"/>
              </a:defRPr>
            </a:lvl5pPr>
            <a:lvl6pPr>
              <a:defRPr sz="2325" b="1">
                <a:solidFill>
                  <a:srgbClr val="141414"/>
                </a:solidFill>
                <a:latin typeface="Helvetica Neue"/>
                <a:ea typeface="Helvetica Neue"/>
                <a:cs typeface="Helvetica Neue"/>
              </a:defRPr>
            </a:lvl6pPr>
            <a:lvl7pPr>
              <a:defRPr sz="2325" b="1">
                <a:solidFill>
                  <a:srgbClr val="141414"/>
                </a:solidFill>
                <a:latin typeface="Helvetica Neue"/>
                <a:ea typeface="Helvetica Neue"/>
                <a:cs typeface="Helvetica Neue"/>
              </a:defRPr>
            </a:lvl7pPr>
            <a:lvl8pPr>
              <a:defRPr sz="2325" b="1">
                <a:solidFill>
                  <a:srgbClr val="141414"/>
                </a:solidFill>
                <a:latin typeface="Helvetica Neue"/>
                <a:ea typeface="Helvetica Neue"/>
                <a:cs typeface="Helvetica Neue"/>
              </a:defRPr>
            </a:lvl8pPr>
            <a:lvl9pPr>
              <a:defRPr sz="2325" b="1">
                <a:solidFill>
                  <a:srgbClr val="141414"/>
                </a:solidFill>
                <a:latin typeface="Helvetica Neue"/>
                <a:ea typeface="Helvetica Neue"/>
                <a:cs typeface="Helvetica Neue"/>
              </a:defRPr>
            </a:lvl9pPr>
          </a:lstStyle>
          <a:p xmlns:a="http://schemas.openxmlformats.org/drawingml/2006/main">
            <a:pPr>
              <a:defRPr sz="2325" b="1">
                <a:solidFill>
                  <a:srgbClr val="141414"/>
                </a:solidFill>
                <a:latin typeface="Helvetica Neue"/>
                <a:ea typeface="Helvetica Neue"/>
                <a:cs typeface="Helvetica Neue"/>
              </a:defRPr>
            </a:pPr>
            <a:r>
              <a:rPr sz="2325" b="1">
                <a:solidFill>
                  <a:srgbClr val="141414"/>
                </a:solidFill>
                <a:latin typeface="Helvetica Neue"/>
                <a:ea typeface="Helvetica Neue"/>
                <a:cs typeface="Helvetica Neue"/>
              </a:rPr>
              <a:t>Choose the work</a:t>
            </a:r>
          </a:p>
        </p:txBody>
      </p:sp>
      <p:sp>
        <p:nvSpPr>
          <p:cNvPr id="5" name="text-10">
            <a:extLst xmlns:a="http://schemas.openxmlformats.org/drawingml/2006/main">
              <a:ext uri="{FF2B5EF4-FFF2-40B4-BE49-F238E27FC236}">
                <a16:creationId xmlns:a16="http://schemas.microsoft.com/office/drawing/2014/main" id="{DCEEF502-2770-45CB-95EB-B0341AF04BCF}"/>
              </a:ext>
            </a:extLst>
          </p:cNvPr>
          <p:cNvSpPr>
            <a:spLocks xmlns:a="http://schemas.openxmlformats.org/drawingml/2006/main" noGrp="1"/>
          </p:cNvSpPr>
          <p:nvPr/>
        </p:nvSpPr>
        <p:spPr>
          <a:xfrm xmlns:a="http://schemas.openxmlformats.org/drawingml/2006/main">
            <a:off x="5334000" y="1752600"/>
            <a:ext cx="5905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D6560"/>
                </a:solidFill>
                <a:latin typeface="Helvetica Neue"/>
                <a:ea typeface="Helvetica Neue"/>
                <a:cs typeface="Helvetica Neue"/>
              </a:defRPr>
            </a:defPPr>
            <a:lvl1pPr>
              <a:defRPr sz="2025" b="0">
                <a:solidFill>
                  <a:srgbClr val="5D6560"/>
                </a:solidFill>
                <a:latin typeface="Helvetica Neue"/>
                <a:ea typeface="Helvetica Neue"/>
                <a:cs typeface="Helvetica Neue"/>
              </a:defRPr>
            </a:lvl1pPr>
            <a:lvl2pPr>
              <a:defRPr sz="2025" b="0">
                <a:solidFill>
                  <a:srgbClr val="5D6560"/>
                </a:solidFill>
                <a:latin typeface="Helvetica Neue"/>
                <a:ea typeface="Helvetica Neue"/>
                <a:cs typeface="Helvetica Neue"/>
              </a:defRPr>
            </a:lvl2pPr>
            <a:lvl3pPr>
              <a:defRPr sz="2025" b="0">
                <a:solidFill>
                  <a:srgbClr val="5D6560"/>
                </a:solidFill>
                <a:latin typeface="Helvetica Neue"/>
                <a:ea typeface="Helvetica Neue"/>
                <a:cs typeface="Helvetica Neue"/>
              </a:defRPr>
            </a:lvl3pPr>
            <a:lvl4pPr>
              <a:defRPr sz="2025" b="0">
                <a:solidFill>
                  <a:srgbClr val="5D6560"/>
                </a:solidFill>
                <a:latin typeface="Helvetica Neue"/>
                <a:ea typeface="Helvetica Neue"/>
                <a:cs typeface="Helvetica Neue"/>
              </a:defRPr>
            </a:lvl4pPr>
            <a:lvl5pPr>
              <a:defRPr sz="2025" b="0">
                <a:solidFill>
                  <a:srgbClr val="5D6560"/>
                </a:solidFill>
                <a:latin typeface="Helvetica Neue"/>
                <a:ea typeface="Helvetica Neue"/>
                <a:cs typeface="Helvetica Neue"/>
              </a:defRPr>
            </a:lvl5pPr>
            <a:lvl6pPr>
              <a:defRPr sz="2025" b="0">
                <a:solidFill>
                  <a:srgbClr val="5D6560"/>
                </a:solidFill>
                <a:latin typeface="Helvetica Neue"/>
                <a:ea typeface="Helvetica Neue"/>
                <a:cs typeface="Helvetica Neue"/>
              </a:defRPr>
            </a:lvl6pPr>
            <a:lvl7pPr>
              <a:defRPr sz="2025" b="0">
                <a:solidFill>
                  <a:srgbClr val="5D6560"/>
                </a:solidFill>
                <a:latin typeface="Helvetica Neue"/>
                <a:ea typeface="Helvetica Neue"/>
                <a:cs typeface="Helvetica Neue"/>
              </a:defRPr>
            </a:lvl7pPr>
            <a:lvl8pPr>
              <a:defRPr sz="2025" b="0">
                <a:solidFill>
                  <a:srgbClr val="5D6560"/>
                </a:solidFill>
                <a:latin typeface="Helvetica Neue"/>
                <a:ea typeface="Helvetica Neue"/>
                <a:cs typeface="Helvetica Neue"/>
              </a:defRPr>
            </a:lvl8pPr>
            <a:lvl9pPr>
              <a:defRPr sz="2025" b="0">
                <a:solidFill>
                  <a:srgbClr val="5D6560"/>
                </a:solidFill>
                <a:latin typeface="Helvetica Neue"/>
                <a:ea typeface="Helvetica Neue"/>
                <a:cs typeface="Helvetica Neue"/>
              </a:defRPr>
            </a:lvl9pPr>
          </a:lstStyle>
          <a:p xmlns:a="http://schemas.openxmlformats.org/drawingml/2006/main">
            <a:pPr>
              <a:defRPr sz="2025" b="0">
                <a:solidFill>
                  <a:srgbClr val="5D6560"/>
                </a:solidFill>
                <a:latin typeface="Helvetica Neue"/>
                <a:ea typeface="Helvetica Neue"/>
                <a:cs typeface="Helvetica Neue"/>
              </a:defRPr>
            </a:pPr>
            <a:r>
              <a:rPr sz="2025" b="0">
                <a:solidFill>
                  <a:srgbClr val="5D6560"/>
                </a:solidFill>
                <a:latin typeface="Helvetica Neue"/>
                <a:ea typeface="Helvetica Neue"/>
                <a:cs typeface="Helvetica Neue"/>
              </a:rPr>
              <a:t>Goals, weekly target and an approved workout.</a:t>
            </a:r>
          </a:p>
        </p:txBody>
      </p:sp>
      <p:sp>
        <p:nvSpPr>
          <p:cNvPr id="6" name="text-11">
            <a:extLst xmlns:a="http://schemas.openxmlformats.org/drawingml/2006/main">
              <a:ext uri="{FF2B5EF4-FFF2-40B4-BE49-F238E27FC236}">
                <a16:creationId xmlns:a16="http://schemas.microsoft.com/office/drawing/2014/main" id="{14BE3D9B-85C4-44CE-8ACE-E4850820488C}"/>
              </a:ext>
            </a:extLst>
          </p:cNvPr>
          <p:cNvSpPr>
            <a:spLocks xmlns:a="http://schemas.openxmlformats.org/drawingml/2006/main" noGrp="1"/>
          </p:cNvSpPr>
          <p:nvPr/>
        </p:nvSpPr>
        <p:spPr>
          <a:xfrm xmlns:a="http://schemas.openxmlformats.org/drawingml/2006/main">
            <a:off x="762000" y="2857500"/>
            <a:ext cx="685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216B49"/>
                </a:solidFill>
                <a:latin typeface="Helvetica Neue"/>
                <a:ea typeface="Helvetica Neue"/>
                <a:cs typeface="Helvetica Neue"/>
              </a:defRPr>
            </a:defPPr>
            <a:lvl1pPr>
              <a:defRPr sz="3000" b="1">
                <a:solidFill>
                  <a:srgbClr val="216B49"/>
                </a:solidFill>
                <a:latin typeface="Helvetica Neue"/>
                <a:ea typeface="Helvetica Neue"/>
                <a:cs typeface="Helvetica Neue"/>
              </a:defRPr>
            </a:lvl1pPr>
            <a:lvl2pPr>
              <a:defRPr sz="3000" b="1">
                <a:solidFill>
                  <a:srgbClr val="216B49"/>
                </a:solidFill>
                <a:latin typeface="Helvetica Neue"/>
                <a:ea typeface="Helvetica Neue"/>
                <a:cs typeface="Helvetica Neue"/>
              </a:defRPr>
            </a:lvl2pPr>
            <a:lvl3pPr>
              <a:defRPr sz="3000" b="1">
                <a:solidFill>
                  <a:srgbClr val="216B49"/>
                </a:solidFill>
                <a:latin typeface="Helvetica Neue"/>
                <a:ea typeface="Helvetica Neue"/>
                <a:cs typeface="Helvetica Neue"/>
              </a:defRPr>
            </a:lvl3pPr>
            <a:lvl4pPr>
              <a:defRPr sz="3000" b="1">
                <a:solidFill>
                  <a:srgbClr val="216B49"/>
                </a:solidFill>
                <a:latin typeface="Helvetica Neue"/>
                <a:ea typeface="Helvetica Neue"/>
                <a:cs typeface="Helvetica Neue"/>
              </a:defRPr>
            </a:lvl4pPr>
            <a:lvl5pPr>
              <a:defRPr sz="3000" b="1">
                <a:solidFill>
                  <a:srgbClr val="216B49"/>
                </a:solidFill>
                <a:latin typeface="Helvetica Neue"/>
                <a:ea typeface="Helvetica Neue"/>
                <a:cs typeface="Helvetica Neue"/>
              </a:defRPr>
            </a:lvl5pPr>
            <a:lvl6pPr>
              <a:defRPr sz="3000" b="1">
                <a:solidFill>
                  <a:srgbClr val="216B49"/>
                </a:solidFill>
                <a:latin typeface="Helvetica Neue"/>
                <a:ea typeface="Helvetica Neue"/>
                <a:cs typeface="Helvetica Neue"/>
              </a:defRPr>
            </a:lvl6pPr>
            <a:lvl7pPr>
              <a:defRPr sz="3000" b="1">
                <a:solidFill>
                  <a:srgbClr val="216B49"/>
                </a:solidFill>
                <a:latin typeface="Helvetica Neue"/>
                <a:ea typeface="Helvetica Neue"/>
                <a:cs typeface="Helvetica Neue"/>
              </a:defRPr>
            </a:lvl7pPr>
            <a:lvl8pPr>
              <a:defRPr sz="3000" b="1">
                <a:solidFill>
                  <a:srgbClr val="216B49"/>
                </a:solidFill>
                <a:latin typeface="Helvetica Neue"/>
                <a:ea typeface="Helvetica Neue"/>
                <a:cs typeface="Helvetica Neue"/>
              </a:defRPr>
            </a:lvl8pPr>
            <a:lvl9pPr>
              <a:defRPr sz="3000" b="1">
                <a:solidFill>
                  <a:srgbClr val="216B49"/>
                </a:solidFill>
                <a:latin typeface="Helvetica Neue"/>
                <a:ea typeface="Helvetica Neue"/>
                <a:cs typeface="Helvetica Neue"/>
              </a:defRPr>
            </a:lvl9pPr>
          </a:lstStyle>
          <a:p xmlns:a="http://schemas.openxmlformats.org/drawingml/2006/main">
            <a:pPr>
              <a:defRPr sz="3000" b="1">
                <a:solidFill>
                  <a:srgbClr val="216B49"/>
                </a:solidFill>
                <a:latin typeface="Helvetica Neue"/>
                <a:ea typeface="Helvetica Neue"/>
                <a:cs typeface="Helvetica Neue"/>
              </a:defRPr>
            </a:pPr>
            <a:r>
              <a:rPr sz="3000" b="1">
                <a:solidFill>
                  <a:srgbClr val="216B49"/>
                </a:solidFill>
                <a:latin typeface="Helvetica Neue"/>
                <a:ea typeface="Helvetica Neue"/>
                <a:cs typeface="Helvetica Neue"/>
              </a:rPr>
              <a:t>02</a:t>
            </a:r>
          </a:p>
        </p:txBody>
      </p:sp>
      <p:sp>
        <p:nvSpPr>
          <p:cNvPr id="7" name="text-12">
            <a:extLst xmlns:a="http://schemas.openxmlformats.org/drawingml/2006/main">
              <a:ext uri="{FF2B5EF4-FFF2-40B4-BE49-F238E27FC236}">
                <a16:creationId xmlns:a16="http://schemas.microsoft.com/office/drawing/2014/main" id="{861A7C2C-3BBE-4332-B871-88ADC75092E7}"/>
              </a:ext>
            </a:extLst>
          </p:cNvPr>
          <p:cNvSpPr>
            <a:spLocks xmlns:a="http://schemas.openxmlformats.org/drawingml/2006/main" noGrp="1"/>
          </p:cNvSpPr>
          <p:nvPr/>
        </p:nvSpPr>
        <p:spPr>
          <a:xfrm xmlns:a="http://schemas.openxmlformats.org/drawingml/2006/main">
            <a:off x="1762125" y="2857500"/>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41414"/>
                </a:solidFill>
                <a:latin typeface="Helvetica Neue"/>
                <a:ea typeface="Helvetica Neue"/>
                <a:cs typeface="Helvetica Neue"/>
              </a:defRPr>
            </a:defPPr>
            <a:lvl1pPr>
              <a:defRPr sz="2325" b="1">
                <a:solidFill>
                  <a:srgbClr val="141414"/>
                </a:solidFill>
                <a:latin typeface="Helvetica Neue"/>
                <a:ea typeface="Helvetica Neue"/>
                <a:cs typeface="Helvetica Neue"/>
              </a:defRPr>
            </a:lvl1pPr>
            <a:lvl2pPr>
              <a:defRPr sz="2325" b="1">
                <a:solidFill>
                  <a:srgbClr val="141414"/>
                </a:solidFill>
                <a:latin typeface="Helvetica Neue"/>
                <a:ea typeface="Helvetica Neue"/>
                <a:cs typeface="Helvetica Neue"/>
              </a:defRPr>
            </a:lvl2pPr>
            <a:lvl3pPr>
              <a:defRPr sz="2325" b="1">
                <a:solidFill>
                  <a:srgbClr val="141414"/>
                </a:solidFill>
                <a:latin typeface="Helvetica Neue"/>
                <a:ea typeface="Helvetica Neue"/>
                <a:cs typeface="Helvetica Neue"/>
              </a:defRPr>
            </a:lvl3pPr>
            <a:lvl4pPr>
              <a:defRPr sz="2325" b="1">
                <a:solidFill>
                  <a:srgbClr val="141414"/>
                </a:solidFill>
                <a:latin typeface="Helvetica Neue"/>
                <a:ea typeface="Helvetica Neue"/>
                <a:cs typeface="Helvetica Neue"/>
              </a:defRPr>
            </a:lvl4pPr>
            <a:lvl5pPr>
              <a:defRPr sz="2325" b="1">
                <a:solidFill>
                  <a:srgbClr val="141414"/>
                </a:solidFill>
                <a:latin typeface="Helvetica Neue"/>
                <a:ea typeface="Helvetica Neue"/>
                <a:cs typeface="Helvetica Neue"/>
              </a:defRPr>
            </a:lvl5pPr>
            <a:lvl6pPr>
              <a:defRPr sz="2325" b="1">
                <a:solidFill>
                  <a:srgbClr val="141414"/>
                </a:solidFill>
                <a:latin typeface="Helvetica Neue"/>
                <a:ea typeface="Helvetica Neue"/>
                <a:cs typeface="Helvetica Neue"/>
              </a:defRPr>
            </a:lvl6pPr>
            <a:lvl7pPr>
              <a:defRPr sz="2325" b="1">
                <a:solidFill>
                  <a:srgbClr val="141414"/>
                </a:solidFill>
                <a:latin typeface="Helvetica Neue"/>
                <a:ea typeface="Helvetica Neue"/>
                <a:cs typeface="Helvetica Neue"/>
              </a:defRPr>
            </a:lvl7pPr>
            <a:lvl8pPr>
              <a:defRPr sz="2325" b="1">
                <a:solidFill>
                  <a:srgbClr val="141414"/>
                </a:solidFill>
                <a:latin typeface="Helvetica Neue"/>
                <a:ea typeface="Helvetica Neue"/>
                <a:cs typeface="Helvetica Neue"/>
              </a:defRPr>
            </a:lvl8pPr>
            <a:lvl9pPr>
              <a:defRPr sz="2325" b="1">
                <a:solidFill>
                  <a:srgbClr val="141414"/>
                </a:solidFill>
                <a:latin typeface="Helvetica Neue"/>
                <a:ea typeface="Helvetica Neue"/>
                <a:cs typeface="Helvetica Neue"/>
              </a:defRPr>
            </a:lvl9pPr>
          </a:lstStyle>
          <a:p xmlns:a="http://schemas.openxmlformats.org/drawingml/2006/main">
            <a:pPr>
              <a:defRPr sz="2325" b="1">
                <a:solidFill>
                  <a:srgbClr val="141414"/>
                </a:solidFill>
                <a:latin typeface="Helvetica Neue"/>
                <a:ea typeface="Helvetica Neue"/>
                <a:cs typeface="Helvetica Neue"/>
              </a:defRPr>
            </a:pPr>
            <a:r>
              <a:rPr sz="2325" b="1">
                <a:solidFill>
                  <a:srgbClr val="141414"/>
                </a:solidFill>
                <a:latin typeface="Helvetica Neue"/>
                <a:ea typeface="Helvetica Neue"/>
                <a:cs typeface="Helvetica Neue"/>
              </a:rPr>
              <a:t>Track the set</a:t>
            </a:r>
          </a:p>
        </p:txBody>
      </p:sp>
      <p:sp>
        <p:nvSpPr>
          <p:cNvPr id="8" name="text-13">
            <a:extLst xmlns:a="http://schemas.openxmlformats.org/drawingml/2006/main">
              <a:ext uri="{FF2B5EF4-FFF2-40B4-BE49-F238E27FC236}">
                <a16:creationId xmlns:a16="http://schemas.microsoft.com/office/drawing/2014/main" id="{74B42F22-ACA3-4097-AF6F-BD2AC60C7474}"/>
              </a:ext>
            </a:extLst>
          </p:cNvPr>
          <p:cNvSpPr>
            <a:spLocks xmlns:a="http://schemas.openxmlformats.org/drawingml/2006/main" noGrp="1"/>
          </p:cNvSpPr>
          <p:nvPr/>
        </p:nvSpPr>
        <p:spPr>
          <a:xfrm xmlns:a="http://schemas.openxmlformats.org/drawingml/2006/main">
            <a:off x="5334000" y="2857500"/>
            <a:ext cx="5905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D6560"/>
                </a:solidFill>
                <a:latin typeface="Helvetica Neue"/>
                <a:ea typeface="Helvetica Neue"/>
                <a:cs typeface="Helvetica Neue"/>
              </a:defRPr>
            </a:defPPr>
            <a:lvl1pPr>
              <a:defRPr sz="2025" b="0">
                <a:solidFill>
                  <a:srgbClr val="5D6560"/>
                </a:solidFill>
                <a:latin typeface="Helvetica Neue"/>
                <a:ea typeface="Helvetica Neue"/>
                <a:cs typeface="Helvetica Neue"/>
              </a:defRPr>
            </a:lvl1pPr>
            <a:lvl2pPr>
              <a:defRPr sz="2025" b="0">
                <a:solidFill>
                  <a:srgbClr val="5D6560"/>
                </a:solidFill>
                <a:latin typeface="Helvetica Neue"/>
                <a:ea typeface="Helvetica Neue"/>
                <a:cs typeface="Helvetica Neue"/>
              </a:defRPr>
            </a:lvl2pPr>
            <a:lvl3pPr>
              <a:defRPr sz="2025" b="0">
                <a:solidFill>
                  <a:srgbClr val="5D6560"/>
                </a:solidFill>
                <a:latin typeface="Helvetica Neue"/>
                <a:ea typeface="Helvetica Neue"/>
                <a:cs typeface="Helvetica Neue"/>
              </a:defRPr>
            </a:lvl3pPr>
            <a:lvl4pPr>
              <a:defRPr sz="2025" b="0">
                <a:solidFill>
                  <a:srgbClr val="5D6560"/>
                </a:solidFill>
                <a:latin typeface="Helvetica Neue"/>
                <a:ea typeface="Helvetica Neue"/>
                <a:cs typeface="Helvetica Neue"/>
              </a:defRPr>
            </a:lvl4pPr>
            <a:lvl5pPr>
              <a:defRPr sz="2025" b="0">
                <a:solidFill>
                  <a:srgbClr val="5D6560"/>
                </a:solidFill>
                <a:latin typeface="Helvetica Neue"/>
                <a:ea typeface="Helvetica Neue"/>
                <a:cs typeface="Helvetica Neue"/>
              </a:defRPr>
            </a:lvl5pPr>
            <a:lvl6pPr>
              <a:defRPr sz="2025" b="0">
                <a:solidFill>
                  <a:srgbClr val="5D6560"/>
                </a:solidFill>
                <a:latin typeface="Helvetica Neue"/>
                <a:ea typeface="Helvetica Neue"/>
                <a:cs typeface="Helvetica Neue"/>
              </a:defRPr>
            </a:lvl6pPr>
            <a:lvl7pPr>
              <a:defRPr sz="2025" b="0">
                <a:solidFill>
                  <a:srgbClr val="5D6560"/>
                </a:solidFill>
                <a:latin typeface="Helvetica Neue"/>
                <a:ea typeface="Helvetica Neue"/>
                <a:cs typeface="Helvetica Neue"/>
              </a:defRPr>
            </a:lvl7pPr>
            <a:lvl8pPr>
              <a:defRPr sz="2025" b="0">
                <a:solidFill>
                  <a:srgbClr val="5D6560"/>
                </a:solidFill>
                <a:latin typeface="Helvetica Neue"/>
                <a:ea typeface="Helvetica Neue"/>
                <a:cs typeface="Helvetica Neue"/>
              </a:defRPr>
            </a:lvl8pPr>
            <a:lvl9pPr>
              <a:defRPr sz="2025" b="0">
                <a:solidFill>
                  <a:srgbClr val="5D6560"/>
                </a:solidFill>
                <a:latin typeface="Helvetica Neue"/>
                <a:ea typeface="Helvetica Neue"/>
                <a:cs typeface="Helvetica Neue"/>
              </a:defRPr>
            </a:lvl9pPr>
          </a:lstStyle>
          <a:p xmlns:a="http://schemas.openxmlformats.org/drawingml/2006/main">
            <a:pPr>
              <a:defRPr sz="2025" b="0">
                <a:solidFill>
                  <a:srgbClr val="5D6560"/>
                </a:solidFill>
                <a:latin typeface="Helvetica Neue"/>
                <a:ea typeface="Helvetica Neue"/>
                <a:cs typeface="Helvetica Neue"/>
              </a:defRPr>
            </a:pPr>
            <a:r>
              <a:rPr sz="2025" b="0">
                <a:solidFill>
                  <a:srgbClr val="5D6560"/>
                </a:solidFill>
                <a:latin typeface="Helvetica Neue"/>
                <a:ea typeface="Helvetica Neue"/>
                <a:cs typeface="Helvetica Neue"/>
              </a:rPr>
              <a:t>Camera cycles for push-ups and squats. Manual logs and hold timers for the wider library.</a:t>
            </a:r>
          </a:p>
        </p:txBody>
      </p:sp>
      <p:sp>
        <p:nvSpPr>
          <p:cNvPr id="9" name="text-14">
            <a:extLst xmlns:a="http://schemas.openxmlformats.org/drawingml/2006/main">
              <a:ext uri="{FF2B5EF4-FFF2-40B4-BE49-F238E27FC236}">
                <a16:creationId xmlns:a16="http://schemas.microsoft.com/office/drawing/2014/main" id="{264F3D14-9C4A-4592-AD9A-EF96BD29317E}"/>
              </a:ext>
            </a:extLst>
          </p:cNvPr>
          <p:cNvSpPr>
            <a:spLocks xmlns:a="http://schemas.openxmlformats.org/drawingml/2006/main" noGrp="1"/>
          </p:cNvSpPr>
          <p:nvPr/>
        </p:nvSpPr>
        <p:spPr>
          <a:xfrm xmlns:a="http://schemas.openxmlformats.org/drawingml/2006/main">
            <a:off x="762000" y="3962400"/>
            <a:ext cx="685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216B49"/>
                </a:solidFill>
                <a:latin typeface="Helvetica Neue"/>
                <a:ea typeface="Helvetica Neue"/>
                <a:cs typeface="Helvetica Neue"/>
              </a:defRPr>
            </a:defPPr>
            <a:lvl1pPr>
              <a:defRPr sz="3000" b="1">
                <a:solidFill>
                  <a:srgbClr val="216B49"/>
                </a:solidFill>
                <a:latin typeface="Helvetica Neue"/>
                <a:ea typeface="Helvetica Neue"/>
                <a:cs typeface="Helvetica Neue"/>
              </a:defRPr>
            </a:lvl1pPr>
            <a:lvl2pPr>
              <a:defRPr sz="3000" b="1">
                <a:solidFill>
                  <a:srgbClr val="216B49"/>
                </a:solidFill>
                <a:latin typeface="Helvetica Neue"/>
                <a:ea typeface="Helvetica Neue"/>
                <a:cs typeface="Helvetica Neue"/>
              </a:defRPr>
            </a:lvl2pPr>
            <a:lvl3pPr>
              <a:defRPr sz="3000" b="1">
                <a:solidFill>
                  <a:srgbClr val="216B49"/>
                </a:solidFill>
                <a:latin typeface="Helvetica Neue"/>
                <a:ea typeface="Helvetica Neue"/>
                <a:cs typeface="Helvetica Neue"/>
              </a:defRPr>
            </a:lvl3pPr>
            <a:lvl4pPr>
              <a:defRPr sz="3000" b="1">
                <a:solidFill>
                  <a:srgbClr val="216B49"/>
                </a:solidFill>
                <a:latin typeface="Helvetica Neue"/>
                <a:ea typeface="Helvetica Neue"/>
                <a:cs typeface="Helvetica Neue"/>
              </a:defRPr>
            </a:lvl4pPr>
            <a:lvl5pPr>
              <a:defRPr sz="3000" b="1">
                <a:solidFill>
                  <a:srgbClr val="216B49"/>
                </a:solidFill>
                <a:latin typeface="Helvetica Neue"/>
                <a:ea typeface="Helvetica Neue"/>
                <a:cs typeface="Helvetica Neue"/>
              </a:defRPr>
            </a:lvl5pPr>
            <a:lvl6pPr>
              <a:defRPr sz="3000" b="1">
                <a:solidFill>
                  <a:srgbClr val="216B49"/>
                </a:solidFill>
                <a:latin typeface="Helvetica Neue"/>
                <a:ea typeface="Helvetica Neue"/>
                <a:cs typeface="Helvetica Neue"/>
              </a:defRPr>
            </a:lvl6pPr>
            <a:lvl7pPr>
              <a:defRPr sz="3000" b="1">
                <a:solidFill>
                  <a:srgbClr val="216B49"/>
                </a:solidFill>
                <a:latin typeface="Helvetica Neue"/>
                <a:ea typeface="Helvetica Neue"/>
                <a:cs typeface="Helvetica Neue"/>
              </a:defRPr>
            </a:lvl7pPr>
            <a:lvl8pPr>
              <a:defRPr sz="3000" b="1">
                <a:solidFill>
                  <a:srgbClr val="216B49"/>
                </a:solidFill>
                <a:latin typeface="Helvetica Neue"/>
                <a:ea typeface="Helvetica Neue"/>
                <a:cs typeface="Helvetica Neue"/>
              </a:defRPr>
            </a:lvl8pPr>
            <a:lvl9pPr>
              <a:defRPr sz="3000" b="1">
                <a:solidFill>
                  <a:srgbClr val="216B49"/>
                </a:solidFill>
                <a:latin typeface="Helvetica Neue"/>
                <a:ea typeface="Helvetica Neue"/>
                <a:cs typeface="Helvetica Neue"/>
              </a:defRPr>
            </a:lvl9pPr>
          </a:lstStyle>
          <a:p xmlns:a="http://schemas.openxmlformats.org/drawingml/2006/main">
            <a:pPr>
              <a:defRPr sz="3000" b="1">
                <a:solidFill>
                  <a:srgbClr val="216B49"/>
                </a:solidFill>
                <a:latin typeface="Helvetica Neue"/>
                <a:ea typeface="Helvetica Neue"/>
                <a:cs typeface="Helvetica Neue"/>
              </a:defRPr>
            </a:pPr>
            <a:r>
              <a:rPr sz="3000" b="1">
                <a:solidFill>
                  <a:srgbClr val="216B49"/>
                </a:solidFill>
                <a:latin typeface="Helvetica Neue"/>
                <a:ea typeface="Helvetica Neue"/>
                <a:cs typeface="Helvetica Neue"/>
              </a:rPr>
              <a:t>03</a:t>
            </a:r>
          </a:p>
        </p:txBody>
      </p:sp>
      <p:sp>
        <p:nvSpPr>
          <p:cNvPr id="10" name="text-15">
            <a:extLst xmlns:a="http://schemas.openxmlformats.org/drawingml/2006/main">
              <a:ext uri="{FF2B5EF4-FFF2-40B4-BE49-F238E27FC236}">
                <a16:creationId xmlns:a16="http://schemas.microsoft.com/office/drawing/2014/main" id="{3B682AC4-147B-439F-AC2B-BFC166857723}"/>
              </a:ext>
            </a:extLst>
          </p:cNvPr>
          <p:cNvSpPr>
            <a:spLocks xmlns:a="http://schemas.openxmlformats.org/drawingml/2006/main" noGrp="1"/>
          </p:cNvSpPr>
          <p:nvPr/>
        </p:nvSpPr>
        <p:spPr>
          <a:xfrm xmlns:a="http://schemas.openxmlformats.org/drawingml/2006/main">
            <a:off x="1762125" y="3962400"/>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41414"/>
                </a:solidFill>
                <a:latin typeface="Helvetica Neue"/>
                <a:ea typeface="Helvetica Neue"/>
                <a:cs typeface="Helvetica Neue"/>
              </a:defRPr>
            </a:defPPr>
            <a:lvl1pPr>
              <a:defRPr sz="2325" b="1">
                <a:solidFill>
                  <a:srgbClr val="141414"/>
                </a:solidFill>
                <a:latin typeface="Helvetica Neue"/>
                <a:ea typeface="Helvetica Neue"/>
                <a:cs typeface="Helvetica Neue"/>
              </a:defRPr>
            </a:lvl1pPr>
            <a:lvl2pPr>
              <a:defRPr sz="2325" b="1">
                <a:solidFill>
                  <a:srgbClr val="141414"/>
                </a:solidFill>
                <a:latin typeface="Helvetica Neue"/>
                <a:ea typeface="Helvetica Neue"/>
                <a:cs typeface="Helvetica Neue"/>
              </a:defRPr>
            </a:lvl2pPr>
            <a:lvl3pPr>
              <a:defRPr sz="2325" b="1">
                <a:solidFill>
                  <a:srgbClr val="141414"/>
                </a:solidFill>
                <a:latin typeface="Helvetica Neue"/>
                <a:ea typeface="Helvetica Neue"/>
                <a:cs typeface="Helvetica Neue"/>
              </a:defRPr>
            </a:lvl3pPr>
            <a:lvl4pPr>
              <a:defRPr sz="2325" b="1">
                <a:solidFill>
                  <a:srgbClr val="141414"/>
                </a:solidFill>
                <a:latin typeface="Helvetica Neue"/>
                <a:ea typeface="Helvetica Neue"/>
                <a:cs typeface="Helvetica Neue"/>
              </a:defRPr>
            </a:lvl4pPr>
            <a:lvl5pPr>
              <a:defRPr sz="2325" b="1">
                <a:solidFill>
                  <a:srgbClr val="141414"/>
                </a:solidFill>
                <a:latin typeface="Helvetica Neue"/>
                <a:ea typeface="Helvetica Neue"/>
                <a:cs typeface="Helvetica Neue"/>
              </a:defRPr>
            </a:lvl5pPr>
            <a:lvl6pPr>
              <a:defRPr sz="2325" b="1">
                <a:solidFill>
                  <a:srgbClr val="141414"/>
                </a:solidFill>
                <a:latin typeface="Helvetica Neue"/>
                <a:ea typeface="Helvetica Neue"/>
                <a:cs typeface="Helvetica Neue"/>
              </a:defRPr>
            </a:lvl6pPr>
            <a:lvl7pPr>
              <a:defRPr sz="2325" b="1">
                <a:solidFill>
                  <a:srgbClr val="141414"/>
                </a:solidFill>
                <a:latin typeface="Helvetica Neue"/>
                <a:ea typeface="Helvetica Neue"/>
                <a:cs typeface="Helvetica Neue"/>
              </a:defRPr>
            </a:lvl7pPr>
            <a:lvl8pPr>
              <a:defRPr sz="2325" b="1">
                <a:solidFill>
                  <a:srgbClr val="141414"/>
                </a:solidFill>
                <a:latin typeface="Helvetica Neue"/>
                <a:ea typeface="Helvetica Neue"/>
                <a:cs typeface="Helvetica Neue"/>
              </a:defRPr>
            </a:lvl8pPr>
            <a:lvl9pPr>
              <a:defRPr sz="2325" b="1">
                <a:solidFill>
                  <a:srgbClr val="141414"/>
                </a:solidFill>
                <a:latin typeface="Helvetica Neue"/>
                <a:ea typeface="Helvetica Neue"/>
                <a:cs typeface="Helvetica Neue"/>
              </a:defRPr>
            </a:lvl9pPr>
          </a:lstStyle>
          <a:p xmlns:a="http://schemas.openxmlformats.org/drawingml/2006/main">
            <a:pPr>
              <a:defRPr sz="2325" b="1">
                <a:solidFill>
                  <a:srgbClr val="141414"/>
                </a:solidFill>
                <a:latin typeface="Helvetica Neue"/>
                <a:ea typeface="Helvetica Neue"/>
                <a:cs typeface="Helvetica Neue"/>
              </a:defRPr>
            </a:pPr>
            <a:r>
              <a:rPr sz="2325" b="1">
                <a:solidFill>
                  <a:srgbClr val="141414"/>
                </a:solidFill>
                <a:latin typeface="Helvetica Neue"/>
                <a:ea typeface="Helvetica Neue"/>
                <a:cs typeface="Helvetica Neue"/>
              </a:rPr>
              <a:t>Respond in the moment</a:t>
            </a:r>
          </a:p>
        </p:txBody>
      </p:sp>
      <p:sp>
        <p:nvSpPr>
          <p:cNvPr id="11" name="text-16">
            <a:extLst xmlns:a="http://schemas.openxmlformats.org/drawingml/2006/main">
              <a:ext uri="{FF2B5EF4-FFF2-40B4-BE49-F238E27FC236}">
                <a16:creationId xmlns:a16="http://schemas.microsoft.com/office/drawing/2014/main" id="{67309391-00E6-4D26-A26D-C9AA94A8C767}"/>
              </a:ext>
            </a:extLst>
          </p:cNvPr>
          <p:cNvSpPr>
            <a:spLocks xmlns:a="http://schemas.openxmlformats.org/drawingml/2006/main" noGrp="1"/>
          </p:cNvSpPr>
          <p:nvPr/>
        </p:nvSpPr>
        <p:spPr>
          <a:xfrm xmlns:a="http://schemas.openxmlformats.org/drawingml/2006/main">
            <a:off x="5334000" y="3962400"/>
            <a:ext cx="5905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D6560"/>
                </a:solidFill>
                <a:latin typeface="Helvetica Neue"/>
                <a:ea typeface="Helvetica Neue"/>
                <a:cs typeface="Helvetica Neue"/>
              </a:defRPr>
            </a:defPPr>
            <a:lvl1pPr>
              <a:defRPr sz="2025" b="0">
                <a:solidFill>
                  <a:srgbClr val="5D6560"/>
                </a:solidFill>
                <a:latin typeface="Helvetica Neue"/>
                <a:ea typeface="Helvetica Neue"/>
                <a:cs typeface="Helvetica Neue"/>
              </a:defRPr>
            </a:lvl1pPr>
            <a:lvl2pPr>
              <a:defRPr sz="2025" b="0">
                <a:solidFill>
                  <a:srgbClr val="5D6560"/>
                </a:solidFill>
                <a:latin typeface="Helvetica Neue"/>
                <a:ea typeface="Helvetica Neue"/>
                <a:cs typeface="Helvetica Neue"/>
              </a:defRPr>
            </a:lvl2pPr>
            <a:lvl3pPr>
              <a:defRPr sz="2025" b="0">
                <a:solidFill>
                  <a:srgbClr val="5D6560"/>
                </a:solidFill>
                <a:latin typeface="Helvetica Neue"/>
                <a:ea typeface="Helvetica Neue"/>
                <a:cs typeface="Helvetica Neue"/>
              </a:defRPr>
            </a:lvl3pPr>
            <a:lvl4pPr>
              <a:defRPr sz="2025" b="0">
                <a:solidFill>
                  <a:srgbClr val="5D6560"/>
                </a:solidFill>
                <a:latin typeface="Helvetica Neue"/>
                <a:ea typeface="Helvetica Neue"/>
                <a:cs typeface="Helvetica Neue"/>
              </a:defRPr>
            </a:lvl4pPr>
            <a:lvl5pPr>
              <a:defRPr sz="2025" b="0">
                <a:solidFill>
                  <a:srgbClr val="5D6560"/>
                </a:solidFill>
                <a:latin typeface="Helvetica Neue"/>
                <a:ea typeface="Helvetica Neue"/>
                <a:cs typeface="Helvetica Neue"/>
              </a:defRPr>
            </a:lvl5pPr>
            <a:lvl6pPr>
              <a:defRPr sz="2025" b="0">
                <a:solidFill>
                  <a:srgbClr val="5D6560"/>
                </a:solidFill>
                <a:latin typeface="Helvetica Neue"/>
                <a:ea typeface="Helvetica Neue"/>
                <a:cs typeface="Helvetica Neue"/>
              </a:defRPr>
            </a:lvl6pPr>
            <a:lvl7pPr>
              <a:defRPr sz="2025" b="0">
                <a:solidFill>
                  <a:srgbClr val="5D6560"/>
                </a:solidFill>
                <a:latin typeface="Helvetica Neue"/>
                <a:ea typeface="Helvetica Neue"/>
                <a:cs typeface="Helvetica Neue"/>
              </a:defRPr>
            </a:lvl7pPr>
            <a:lvl8pPr>
              <a:defRPr sz="2025" b="0">
                <a:solidFill>
                  <a:srgbClr val="5D6560"/>
                </a:solidFill>
                <a:latin typeface="Helvetica Neue"/>
                <a:ea typeface="Helvetica Neue"/>
                <a:cs typeface="Helvetica Neue"/>
              </a:defRPr>
            </a:lvl8pPr>
            <a:lvl9pPr>
              <a:defRPr sz="2025" b="0">
                <a:solidFill>
                  <a:srgbClr val="5D6560"/>
                </a:solidFill>
                <a:latin typeface="Helvetica Neue"/>
                <a:ea typeface="Helvetica Neue"/>
                <a:cs typeface="Helvetica Neue"/>
              </a:defRPr>
            </a:lvl9pPr>
          </a:lstStyle>
          <a:p xmlns:a="http://schemas.openxmlformats.org/drawingml/2006/main">
            <a:pPr>
              <a:defRPr sz="2025" b="0">
                <a:solidFill>
                  <a:srgbClr val="5D6560"/>
                </a:solidFill>
                <a:latin typeface="Helvetica Neue"/>
                <a:ea typeface="Helvetica Neue"/>
                <a:cs typeface="Helvetica Neue"/>
              </a:defRPr>
            </a:pPr>
            <a:r>
              <a:rPr sz="2025" b="0">
                <a:solidFill>
                  <a:srgbClr val="5D6560"/>
                </a:solidFill>
                <a:latin typeface="Helvetica Neue"/>
                <a:ea typeface="Helvetica Neue"/>
                <a:cs typeface="Helvetica Neue"/>
              </a:rPr>
              <a:t>A concise cue, visible controls and optional local voice. Pause or stop at any time.</a:t>
            </a:r>
          </a:p>
        </p:txBody>
      </p:sp>
      <p:sp>
        <p:nvSpPr>
          <p:cNvPr id="12" name="text-17">
            <a:extLst xmlns:a="http://schemas.openxmlformats.org/drawingml/2006/main">
              <a:ext uri="{FF2B5EF4-FFF2-40B4-BE49-F238E27FC236}">
                <a16:creationId xmlns:a16="http://schemas.microsoft.com/office/drawing/2014/main" id="{3F33F3DF-80BF-4630-ACD4-48DB223D6316}"/>
              </a:ext>
            </a:extLst>
          </p:cNvPr>
          <p:cNvSpPr>
            <a:spLocks xmlns:a="http://schemas.openxmlformats.org/drawingml/2006/main" noGrp="1"/>
          </p:cNvSpPr>
          <p:nvPr/>
        </p:nvSpPr>
        <p:spPr>
          <a:xfrm xmlns:a="http://schemas.openxmlformats.org/drawingml/2006/main">
            <a:off x="762000" y="5067300"/>
            <a:ext cx="685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216B49"/>
                </a:solidFill>
                <a:latin typeface="Helvetica Neue"/>
                <a:ea typeface="Helvetica Neue"/>
                <a:cs typeface="Helvetica Neue"/>
              </a:defRPr>
            </a:defPPr>
            <a:lvl1pPr>
              <a:defRPr sz="3000" b="1">
                <a:solidFill>
                  <a:srgbClr val="216B49"/>
                </a:solidFill>
                <a:latin typeface="Helvetica Neue"/>
                <a:ea typeface="Helvetica Neue"/>
                <a:cs typeface="Helvetica Neue"/>
              </a:defRPr>
            </a:lvl1pPr>
            <a:lvl2pPr>
              <a:defRPr sz="3000" b="1">
                <a:solidFill>
                  <a:srgbClr val="216B49"/>
                </a:solidFill>
                <a:latin typeface="Helvetica Neue"/>
                <a:ea typeface="Helvetica Neue"/>
                <a:cs typeface="Helvetica Neue"/>
              </a:defRPr>
            </a:lvl2pPr>
            <a:lvl3pPr>
              <a:defRPr sz="3000" b="1">
                <a:solidFill>
                  <a:srgbClr val="216B49"/>
                </a:solidFill>
                <a:latin typeface="Helvetica Neue"/>
                <a:ea typeface="Helvetica Neue"/>
                <a:cs typeface="Helvetica Neue"/>
              </a:defRPr>
            </a:lvl3pPr>
            <a:lvl4pPr>
              <a:defRPr sz="3000" b="1">
                <a:solidFill>
                  <a:srgbClr val="216B49"/>
                </a:solidFill>
                <a:latin typeface="Helvetica Neue"/>
                <a:ea typeface="Helvetica Neue"/>
                <a:cs typeface="Helvetica Neue"/>
              </a:defRPr>
            </a:lvl4pPr>
            <a:lvl5pPr>
              <a:defRPr sz="3000" b="1">
                <a:solidFill>
                  <a:srgbClr val="216B49"/>
                </a:solidFill>
                <a:latin typeface="Helvetica Neue"/>
                <a:ea typeface="Helvetica Neue"/>
                <a:cs typeface="Helvetica Neue"/>
              </a:defRPr>
            </a:lvl5pPr>
            <a:lvl6pPr>
              <a:defRPr sz="3000" b="1">
                <a:solidFill>
                  <a:srgbClr val="216B49"/>
                </a:solidFill>
                <a:latin typeface="Helvetica Neue"/>
                <a:ea typeface="Helvetica Neue"/>
                <a:cs typeface="Helvetica Neue"/>
              </a:defRPr>
            </a:lvl6pPr>
            <a:lvl7pPr>
              <a:defRPr sz="3000" b="1">
                <a:solidFill>
                  <a:srgbClr val="216B49"/>
                </a:solidFill>
                <a:latin typeface="Helvetica Neue"/>
                <a:ea typeface="Helvetica Neue"/>
                <a:cs typeface="Helvetica Neue"/>
              </a:defRPr>
            </a:lvl7pPr>
            <a:lvl8pPr>
              <a:defRPr sz="3000" b="1">
                <a:solidFill>
                  <a:srgbClr val="216B49"/>
                </a:solidFill>
                <a:latin typeface="Helvetica Neue"/>
                <a:ea typeface="Helvetica Neue"/>
                <a:cs typeface="Helvetica Neue"/>
              </a:defRPr>
            </a:lvl8pPr>
            <a:lvl9pPr>
              <a:defRPr sz="3000" b="1">
                <a:solidFill>
                  <a:srgbClr val="216B49"/>
                </a:solidFill>
                <a:latin typeface="Helvetica Neue"/>
                <a:ea typeface="Helvetica Neue"/>
                <a:cs typeface="Helvetica Neue"/>
              </a:defRPr>
            </a:lvl9pPr>
          </a:lstStyle>
          <a:p xmlns:a="http://schemas.openxmlformats.org/drawingml/2006/main">
            <a:pPr>
              <a:defRPr sz="3000" b="1">
                <a:solidFill>
                  <a:srgbClr val="216B49"/>
                </a:solidFill>
                <a:latin typeface="Helvetica Neue"/>
                <a:ea typeface="Helvetica Neue"/>
                <a:cs typeface="Helvetica Neue"/>
              </a:defRPr>
            </a:pPr>
            <a:r>
              <a:rPr sz="3000" b="1">
                <a:solidFill>
                  <a:srgbClr val="216B49"/>
                </a:solidFill>
                <a:latin typeface="Helvetica Neue"/>
                <a:ea typeface="Helvetica Neue"/>
                <a:cs typeface="Helvetica Neue"/>
              </a:rPr>
              <a:t>04</a:t>
            </a:r>
          </a:p>
        </p:txBody>
      </p:sp>
      <p:sp>
        <p:nvSpPr>
          <p:cNvPr id="13" name="text-18">
            <a:extLst xmlns:a="http://schemas.openxmlformats.org/drawingml/2006/main">
              <a:ext uri="{FF2B5EF4-FFF2-40B4-BE49-F238E27FC236}">
                <a16:creationId xmlns:a16="http://schemas.microsoft.com/office/drawing/2014/main" id="{6156AB4A-253D-4CF1-A5C6-152E23B05553}"/>
              </a:ext>
            </a:extLst>
          </p:cNvPr>
          <p:cNvSpPr>
            <a:spLocks xmlns:a="http://schemas.openxmlformats.org/drawingml/2006/main" noGrp="1"/>
          </p:cNvSpPr>
          <p:nvPr/>
        </p:nvSpPr>
        <p:spPr>
          <a:xfrm xmlns:a="http://schemas.openxmlformats.org/drawingml/2006/main">
            <a:off x="1762125" y="5067300"/>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41414"/>
                </a:solidFill>
                <a:latin typeface="Helvetica Neue"/>
                <a:ea typeface="Helvetica Neue"/>
                <a:cs typeface="Helvetica Neue"/>
              </a:defRPr>
            </a:defPPr>
            <a:lvl1pPr>
              <a:defRPr sz="2325" b="1">
                <a:solidFill>
                  <a:srgbClr val="141414"/>
                </a:solidFill>
                <a:latin typeface="Helvetica Neue"/>
                <a:ea typeface="Helvetica Neue"/>
                <a:cs typeface="Helvetica Neue"/>
              </a:defRPr>
            </a:lvl1pPr>
            <a:lvl2pPr>
              <a:defRPr sz="2325" b="1">
                <a:solidFill>
                  <a:srgbClr val="141414"/>
                </a:solidFill>
                <a:latin typeface="Helvetica Neue"/>
                <a:ea typeface="Helvetica Neue"/>
                <a:cs typeface="Helvetica Neue"/>
              </a:defRPr>
            </a:lvl2pPr>
            <a:lvl3pPr>
              <a:defRPr sz="2325" b="1">
                <a:solidFill>
                  <a:srgbClr val="141414"/>
                </a:solidFill>
                <a:latin typeface="Helvetica Neue"/>
                <a:ea typeface="Helvetica Neue"/>
                <a:cs typeface="Helvetica Neue"/>
              </a:defRPr>
            </a:lvl3pPr>
            <a:lvl4pPr>
              <a:defRPr sz="2325" b="1">
                <a:solidFill>
                  <a:srgbClr val="141414"/>
                </a:solidFill>
                <a:latin typeface="Helvetica Neue"/>
                <a:ea typeface="Helvetica Neue"/>
                <a:cs typeface="Helvetica Neue"/>
              </a:defRPr>
            </a:lvl4pPr>
            <a:lvl5pPr>
              <a:defRPr sz="2325" b="1">
                <a:solidFill>
                  <a:srgbClr val="141414"/>
                </a:solidFill>
                <a:latin typeface="Helvetica Neue"/>
                <a:ea typeface="Helvetica Neue"/>
                <a:cs typeface="Helvetica Neue"/>
              </a:defRPr>
            </a:lvl5pPr>
            <a:lvl6pPr>
              <a:defRPr sz="2325" b="1">
                <a:solidFill>
                  <a:srgbClr val="141414"/>
                </a:solidFill>
                <a:latin typeface="Helvetica Neue"/>
                <a:ea typeface="Helvetica Neue"/>
                <a:cs typeface="Helvetica Neue"/>
              </a:defRPr>
            </a:lvl6pPr>
            <a:lvl7pPr>
              <a:defRPr sz="2325" b="1">
                <a:solidFill>
                  <a:srgbClr val="141414"/>
                </a:solidFill>
                <a:latin typeface="Helvetica Neue"/>
                <a:ea typeface="Helvetica Neue"/>
                <a:cs typeface="Helvetica Neue"/>
              </a:defRPr>
            </a:lvl7pPr>
            <a:lvl8pPr>
              <a:defRPr sz="2325" b="1">
                <a:solidFill>
                  <a:srgbClr val="141414"/>
                </a:solidFill>
                <a:latin typeface="Helvetica Neue"/>
                <a:ea typeface="Helvetica Neue"/>
                <a:cs typeface="Helvetica Neue"/>
              </a:defRPr>
            </a:lvl8pPr>
            <a:lvl9pPr>
              <a:defRPr sz="2325" b="1">
                <a:solidFill>
                  <a:srgbClr val="141414"/>
                </a:solidFill>
                <a:latin typeface="Helvetica Neue"/>
                <a:ea typeface="Helvetica Neue"/>
                <a:cs typeface="Helvetica Neue"/>
              </a:defRPr>
            </a:lvl9pPr>
          </a:lstStyle>
          <a:p xmlns:a="http://schemas.openxmlformats.org/drawingml/2006/main">
            <a:pPr>
              <a:defRPr sz="2325" b="1">
                <a:solidFill>
                  <a:srgbClr val="141414"/>
                </a:solidFill>
                <a:latin typeface="Helvetica Neue"/>
                <a:ea typeface="Helvetica Neue"/>
                <a:cs typeface="Helvetica Neue"/>
              </a:defRPr>
            </a:pPr>
            <a:r>
              <a:rPr sz="2325" b="1">
                <a:solidFill>
                  <a:srgbClr val="141414"/>
                </a:solidFill>
                <a:latin typeface="Helvetica Neue"/>
                <a:ea typeface="Helvetica Neue"/>
                <a:cs typeface="Helvetica Neue"/>
              </a:rPr>
              <a:t>Review the record</a:t>
            </a:r>
          </a:p>
        </p:txBody>
      </p:sp>
      <p:sp>
        <p:nvSpPr>
          <p:cNvPr id="14" name="text-19">
            <a:extLst xmlns:a="http://schemas.openxmlformats.org/drawingml/2006/main">
              <a:ext uri="{FF2B5EF4-FFF2-40B4-BE49-F238E27FC236}">
                <a16:creationId xmlns:a16="http://schemas.microsoft.com/office/drawing/2014/main" id="{4F27AF85-A774-45BF-9C3A-569A315645E6}"/>
              </a:ext>
            </a:extLst>
          </p:cNvPr>
          <p:cNvSpPr>
            <a:spLocks xmlns:a="http://schemas.openxmlformats.org/drawingml/2006/main" noGrp="1"/>
          </p:cNvSpPr>
          <p:nvPr/>
        </p:nvSpPr>
        <p:spPr>
          <a:xfrm xmlns:a="http://schemas.openxmlformats.org/drawingml/2006/main">
            <a:off x="5334000" y="5067300"/>
            <a:ext cx="5905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D6560"/>
                </a:solidFill>
                <a:latin typeface="Helvetica Neue"/>
                <a:ea typeface="Helvetica Neue"/>
                <a:cs typeface="Helvetica Neue"/>
              </a:defRPr>
            </a:defPPr>
            <a:lvl1pPr>
              <a:defRPr sz="2025" b="0">
                <a:solidFill>
                  <a:srgbClr val="5D6560"/>
                </a:solidFill>
                <a:latin typeface="Helvetica Neue"/>
                <a:ea typeface="Helvetica Neue"/>
                <a:cs typeface="Helvetica Neue"/>
              </a:defRPr>
            </a:lvl1pPr>
            <a:lvl2pPr>
              <a:defRPr sz="2025" b="0">
                <a:solidFill>
                  <a:srgbClr val="5D6560"/>
                </a:solidFill>
                <a:latin typeface="Helvetica Neue"/>
                <a:ea typeface="Helvetica Neue"/>
                <a:cs typeface="Helvetica Neue"/>
              </a:defRPr>
            </a:lvl2pPr>
            <a:lvl3pPr>
              <a:defRPr sz="2025" b="0">
                <a:solidFill>
                  <a:srgbClr val="5D6560"/>
                </a:solidFill>
                <a:latin typeface="Helvetica Neue"/>
                <a:ea typeface="Helvetica Neue"/>
                <a:cs typeface="Helvetica Neue"/>
              </a:defRPr>
            </a:lvl3pPr>
            <a:lvl4pPr>
              <a:defRPr sz="2025" b="0">
                <a:solidFill>
                  <a:srgbClr val="5D6560"/>
                </a:solidFill>
                <a:latin typeface="Helvetica Neue"/>
                <a:ea typeface="Helvetica Neue"/>
                <a:cs typeface="Helvetica Neue"/>
              </a:defRPr>
            </a:lvl4pPr>
            <a:lvl5pPr>
              <a:defRPr sz="2025" b="0">
                <a:solidFill>
                  <a:srgbClr val="5D6560"/>
                </a:solidFill>
                <a:latin typeface="Helvetica Neue"/>
                <a:ea typeface="Helvetica Neue"/>
                <a:cs typeface="Helvetica Neue"/>
              </a:defRPr>
            </a:lvl5pPr>
            <a:lvl6pPr>
              <a:defRPr sz="2025" b="0">
                <a:solidFill>
                  <a:srgbClr val="5D6560"/>
                </a:solidFill>
                <a:latin typeface="Helvetica Neue"/>
                <a:ea typeface="Helvetica Neue"/>
                <a:cs typeface="Helvetica Neue"/>
              </a:defRPr>
            </a:lvl6pPr>
            <a:lvl7pPr>
              <a:defRPr sz="2025" b="0">
                <a:solidFill>
                  <a:srgbClr val="5D6560"/>
                </a:solidFill>
                <a:latin typeface="Helvetica Neue"/>
                <a:ea typeface="Helvetica Neue"/>
                <a:cs typeface="Helvetica Neue"/>
              </a:defRPr>
            </a:lvl7pPr>
            <a:lvl8pPr>
              <a:defRPr sz="2025" b="0">
                <a:solidFill>
                  <a:srgbClr val="5D6560"/>
                </a:solidFill>
                <a:latin typeface="Helvetica Neue"/>
                <a:ea typeface="Helvetica Neue"/>
                <a:cs typeface="Helvetica Neue"/>
              </a:defRPr>
            </a:lvl8pPr>
            <a:lvl9pPr>
              <a:defRPr sz="2025" b="0">
                <a:solidFill>
                  <a:srgbClr val="5D6560"/>
                </a:solidFill>
                <a:latin typeface="Helvetica Neue"/>
                <a:ea typeface="Helvetica Neue"/>
                <a:cs typeface="Helvetica Neue"/>
              </a:defRPr>
            </a:lvl9pPr>
          </a:lstStyle>
          <a:p xmlns:a="http://schemas.openxmlformats.org/drawingml/2006/main">
            <a:pPr>
              <a:defRPr sz="2025" b="0">
                <a:solidFill>
                  <a:srgbClr val="5D6560"/>
                </a:solidFill>
                <a:latin typeface="Helvetica Neue"/>
                <a:ea typeface="Helvetica Neue"/>
                <a:cs typeface="Helvetica Neue"/>
              </a:defRPr>
            </a:pPr>
            <a:r>
              <a:rPr sz="2025" b="0">
                <a:solidFill>
                  <a:srgbClr val="5D6560"/>
                </a:solidFill>
                <a:latin typeface="Helvetica Neue"/>
                <a:ea typeface="Helvetica Neue"/>
                <a:cs typeface="Helvetica Neue"/>
              </a:rPr>
              <a:t>Actual sets, source labels and timings. Ask for an AI summary with an explicit tap.</a:t>
            </a:r>
          </a:p>
        </p:txBody>
      </p:sp>
    </p:spTree>
    <p:extLst>
      <p:ext uri="{BB962C8B-B14F-4D97-AF65-F5344CB8AC3E}">
        <p14:creationId xmlns:p14="http://schemas.microsoft.com/office/powerpoint/2010/main" val="102087189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2D131277-C80A-4E06-98E2-24774B78187C}"/>
              </a:ext>
            </a:extLst>
          </p:cNvPr>
          <p:cNvCxnSpPr>
            <a:stCxn xmlns:a="http://schemas.openxmlformats.org/drawingml/2006/main" id="5" idx="1"/>
            <a:endCxn xmlns:a="http://schemas.openxmlformats.org/drawingml/2006/main" id="4" idx="3"/>
          </p:cNvCxnSpPr>
          <p:nvPr/>
        </p:nvCxnSpPr>
        <p:spPr>
          <a:xfrm xmlns:a="http://schemas.openxmlformats.org/drawingml/2006/main" flipH="1">
            <a:off x="7620000" y="2171700"/>
            <a:ext cx="1428750" cy="0"/>
          </a:xfrm>
          <a:prstGeom xmlns:a="http://schemas.openxmlformats.org/drawingml/2006/main" prst="straightConnector1">
            <a:avLst/>
          </a:prstGeom>
          <a:ln xmlns:a="http://schemas.openxmlformats.org/drawingml/2006/main" w="23813">
            <a:solidFill>
              <a:srgbClr val="216B49"/>
            </a:solidFill>
            <a:tailEnd type="triangle" w="sm" len="sm"/>
          </a:ln>
        </p:spPr>
      </p:cxnSp>
      <p:cxnSp>
        <p:nvCxnSpPr>
          <p:cNvPr id="6" name="">
            <a:extLst xmlns:a="http://schemas.openxmlformats.org/drawingml/2006/main">
              <a:ext uri="{FF2B5EF4-FFF2-40B4-BE49-F238E27FC236}">
                <a16:creationId xmlns:a16="http://schemas.microsoft.com/office/drawing/2014/main" id="{F8E29534-F22C-46A2-9EDC-A123A789DAFD}"/>
              </a:ext>
            </a:extLst>
          </p:cNvPr>
          <p:cNvCxnSpPr>
            <a:stCxn xmlns:a="http://schemas.openxmlformats.org/drawingml/2006/main" id="3" idx="3"/>
            <a:endCxn xmlns:a="http://schemas.openxmlformats.org/drawingml/2006/main" id="4" idx="1"/>
          </p:cNvCxnSpPr>
          <p:nvPr/>
        </p:nvCxnSpPr>
        <p:spPr>
          <a:xfrm xmlns:a="http://schemas.openxmlformats.org/drawingml/2006/main">
            <a:off x="3048000" y="2171700"/>
            <a:ext cx="1428750" cy="0"/>
          </a:xfrm>
          <a:prstGeom xmlns:a="http://schemas.openxmlformats.org/drawingml/2006/main" prst="straightConnector1">
            <a:avLst/>
          </a:prstGeom>
          <a:ln xmlns:a="http://schemas.openxmlformats.org/drawingml/2006/main" w="23813">
            <a:solidFill>
              <a:srgbClr val="216B49"/>
            </a:solidFill>
            <a:tailEnd type="triangle" w="sm" len="sm"/>
          </a:ln>
        </p:spPr>
      </p:cxnSp>
      <p:sp>
        <p:nvSpPr>
          <p:cNvPr id="14" name="text-20">
            <a:extLst xmlns:a="http://schemas.openxmlformats.org/drawingml/2006/main">
              <a:ext uri="{FF2B5EF4-FFF2-40B4-BE49-F238E27FC236}">
                <a16:creationId xmlns:a16="http://schemas.microsoft.com/office/drawing/2014/main" id="{4DB7765F-F3F7-473E-A35E-1D3724724146}"/>
              </a:ext>
            </a:extLst>
          </p:cNvPr>
          <p:cNvSpPr>
            <a:spLocks xmlns:a="http://schemas.openxmlformats.org/drawingml/2006/main" noGrp="1"/>
          </p:cNvSpPr>
          <p:nvPr/>
        </p:nvSpPr>
        <p:spPr>
          <a:xfrm xmlns:a="http://schemas.openxmlformats.org/drawingml/2006/main">
            <a:off x="723900" y="55245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41414"/>
                </a:solidFill>
                <a:latin typeface="Helvetica Neue"/>
                <a:ea typeface="Helvetica Neue"/>
                <a:cs typeface="Helvetica Neue"/>
              </a:defRPr>
            </a:defPPr>
            <a:lvl1pPr>
              <a:defRPr sz="3600" b="1">
                <a:solidFill>
                  <a:srgbClr val="141414"/>
                </a:solidFill>
                <a:latin typeface="Helvetica Neue"/>
                <a:ea typeface="Helvetica Neue"/>
                <a:cs typeface="Helvetica Neue"/>
              </a:defRPr>
            </a:lvl1pPr>
            <a:lvl2pPr>
              <a:defRPr sz="3600" b="1">
                <a:solidFill>
                  <a:srgbClr val="141414"/>
                </a:solidFill>
                <a:latin typeface="Helvetica Neue"/>
                <a:ea typeface="Helvetica Neue"/>
                <a:cs typeface="Helvetica Neue"/>
              </a:defRPr>
            </a:lvl2pPr>
            <a:lvl3pPr>
              <a:defRPr sz="3600" b="1">
                <a:solidFill>
                  <a:srgbClr val="141414"/>
                </a:solidFill>
                <a:latin typeface="Helvetica Neue"/>
                <a:ea typeface="Helvetica Neue"/>
                <a:cs typeface="Helvetica Neue"/>
              </a:defRPr>
            </a:lvl3pPr>
            <a:lvl4pPr>
              <a:defRPr sz="3600" b="1">
                <a:solidFill>
                  <a:srgbClr val="141414"/>
                </a:solidFill>
                <a:latin typeface="Helvetica Neue"/>
                <a:ea typeface="Helvetica Neue"/>
                <a:cs typeface="Helvetica Neue"/>
              </a:defRPr>
            </a:lvl4pPr>
            <a:lvl5pPr>
              <a:defRPr sz="3600" b="1">
                <a:solidFill>
                  <a:srgbClr val="141414"/>
                </a:solidFill>
                <a:latin typeface="Helvetica Neue"/>
                <a:ea typeface="Helvetica Neue"/>
                <a:cs typeface="Helvetica Neue"/>
              </a:defRPr>
            </a:lvl5pPr>
            <a:lvl6pPr>
              <a:defRPr sz="3600" b="1">
                <a:solidFill>
                  <a:srgbClr val="141414"/>
                </a:solidFill>
                <a:latin typeface="Helvetica Neue"/>
                <a:ea typeface="Helvetica Neue"/>
                <a:cs typeface="Helvetica Neue"/>
              </a:defRPr>
            </a:lvl6pPr>
            <a:lvl7pPr>
              <a:defRPr sz="3600" b="1">
                <a:solidFill>
                  <a:srgbClr val="141414"/>
                </a:solidFill>
                <a:latin typeface="Helvetica Neue"/>
                <a:ea typeface="Helvetica Neue"/>
                <a:cs typeface="Helvetica Neue"/>
              </a:defRPr>
            </a:lvl7pPr>
            <a:lvl8pPr>
              <a:defRPr sz="3600" b="1">
                <a:solidFill>
                  <a:srgbClr val="141414"/>
                </a:solidFill>
                <a:latin typeface="Helvetica Neue"/>
                <a:ea typeface="Helvetica Neue"/>
                <a:cs typeface="Helvetica Neue"/>
              </a:defRPr>
            </a:lvl8pPr>
            <a:lvl9pPr>
              <a:defRPr sz="3600" b="1">
                <a:solidFill>
                  <a:srgbClr val="141414"/>
                </a:solidFill>
                <a:latin typeface="Helvetica Neue"/>
                <a:ea typeface="Helvetica Neue"/>
                <a:cs typeface="Helvetica Neue"/>
              </a:defRPr>
            </a:lvl9pPr>
          </a:lstStyle>
          <a:p xmlns:a="http://schemas.openxmlformats.org/drawingml/2006/main">
            <a:pPr>
              <a:defRPr sz="3600" b="1">
                <a:solidFill>
                  <a:srgbClr val="141414"/>
                </a:solidFill>
                <a:latin typeface="Helvetica Neue"/>
                <a:ea typeface="Helvetica Neue"/>
                <a:cs typeface="Helvetica Neue"/>
              </a:defRPr>
            </a:pPr>
            <a:r>
              <a:rPr sz="3600" b="1">
                <a:solidFill>
                  <a:srgbClr val="141414"/>
                </a:solidFill>
                <a:latin typeface="Helvetica Neue"/>
                <a:ea typeface="Helvetica Neue"/>
                <a:cs typeface="Helvetica Neue"/>
              </a:rPr>
              <a:t>Phone, Watch and optional side camera</a:t>
            </a:r>
          </a:p>
        </p:txBody>
      </p:sp>
      <p:sp>
        <p:nvSpPr>
          <p:cNvPr id="2" name="text-21">
            <a:extLst xmlns:a="http://schemas.openxmlformats.org/drawingml/2006/main">
              <a:ext uri="{FF2B5EF4-FFF2-40B4-BE49-F238E27FC236}">
                <a16:creationId xmlns:a16="http://schemas.microsoft.com/office/drawing/2014/main" id="{95CF288A-ADDE-493A-A670-DC5B2098493B}"/>
              </a:ext>
            </a:extLst>
          </p:cNvPr>
          <p:cNvSpPr>
            <a:spLocks xmlns:a="http://schemas.openxmlformats.org/drawingml/2006/main" noGrp="1"/>
          </p:cNvSpPr>
          <p:nvPr/>
        </p:nvSpPr>
        <p:spPr>
          <a:xfrm xmlns:a="http://schemas.openxmlformats.org/drawingml/2006/main">
            <a:off x="10953750" y="64008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D6560"/>
                </a:solidFill>
                <a:latin typeface="Helvetica Neue"/>
                <a:ea typeface="Helvetica Neue"/>
                <a:cs typeface="Helvetica Neue"/>
              </a:defRPr>
            </a:defPPr>
            <a:lvl1pPr algn="r">
              <a:defRPr sz="1425" b="0">
                <a:solidFill>
                  <a:srgbClr val="5D6560"/>
                </a:solidFill>
                <a:latin typeface="Helvetica Neue"/>
                <a:ea typeface="Helvetica Neue"/>
                <a:cs typeface="Helvetica Neue"/>
              </a:defRPr>
            </a:lvl1pPr>
            <a:lvl2pPr algn="r">
              <a:defRPr sz="1425" b="0">
                <a:solidFill>
                  <a:srgbClr val="5D6560"/>
                </a:solidFill>
                <a:latin typeface="Helvetica Neue"/>
                <a:ea typeface="Helvetica Neue"/>
                <a:cs typeface="Helvetica Neue"/>
              </a:defRPr>
            </a:lvl2pPr>
            <a:lvl3pPr algn="r">
              <a:defRPr sz="1425" b="0">
                <a:solidFill>
                  <a:srgbClr val="5D6560"/>
                </a:solidFill>
                <a:latin typeface="Helvetica Neue"/>
                <a:ea typeface="Helvetica Neue"/>
                <a:cs typeface="Helvetica Neue"/>
              </a:defRPr>
            </a:lvl3pPr>
            <a:lvl4pPr algn="r">
              <a:defRPr sz="1425" b="0">
                <a:solidFill>
                  <a:srgbClr val="5D6560"/>
                </a:solidFill>
                <a:latin typeface="Helvetica Neue"/>
                <a:ea typeface="Helvetica Neue"/>
                <a:cs typeface="Helvetica Neue"/>
              </a:defRPr>
            </a:lvl4pPr>
            <a:lvl5pPr algn="r">
              <a:defRPr sz="1425" b="0">
                <a:solidFill>
                  <a:srgbClr val="5D6560"/>
                </a:solidFill>
                <a:latin typeface="Helvetica Neue"/>
                <a:ea typeface="Helvetica Neue"/>
                <a:cs typeface="Helvetica Neue"/>
              </a:defRPr>
            </a:lvl5pPr>
            <a:lvl6pPr algn="r">
              <a:defRPr sz="1425" b="0">
                <a:solidFill>
                  <a:srgbClr val="5D6560"/>
                </a:solidFill>
                <a:latin typeface="Helvetica Neue"/>
                <a:ea typeface="Helvetica Neue"/>
                <a:cs typeface="Helvetica Neue"/>
              </a:defRPr>
            </a:lvl6pPr>
            <a:lvl7pPr algn="r">
              <a:defRPr sz="1425" b="0">
                <a:solidFill>
                  <a:srgbClr val="5D6560"/>
                </a:solidFill>
                <a:latin typeface="Helvetica Neue"/>
                <a:ea typeface="Helvetica Neue"/>
                <a:cs typeface="Helvetica Neue"/>
              </a:defRPr>
            </a:lvl7pPr>
            <a:lvl8pPr algn="r">
              <a:defRPr sz="1425" b="0">
                <a:solidFill>
                  <a:srgbClr val="5D6560"/>
                </a:solidFill>
                <a:latin typeface="Helvetica Neue"/>
                <a:ea typeface="Helvetica Neue"/>
                <a:cs typeface="Helvetica Neue"/>
              </a:defRPr>
            </a:lvl8pPr>
            <a:lvl9pPr algn="r">
              <a:defRPr sz="1425" b="0">
                <a:solidFill>
                  <a:srgbClr val="5D6560"/>
                </a:solidFill>
                <a:latin typeface="Helvetica Neue"/>
                <a:ea typeface="Helvetica Neue"/>
                <a:cs typeface="Helvetica Neue"/>
              </a:defRPr>
            </a:lvl9pPr>
          </a:lstStyle>
          <a:p xmlns:a="http://schemas.openxmlformats.org/drawingml/2006/main">
            <a:pPr algn="r">
              <a:defRPr sz="1425" b="0">
                <a:solidFill>
                  <a:srgbClr val="5D6560"/>
                </a:solidFill>
                <a:latin typeface="Helvetica Neue"/>
                <a:ea typeface="Helvetica Neue"/>
                <a:cs typeface="Helvetica Neue"/>
              </a:defRPr>
            </a:pPr>
            <a:r>
              <a:rPr sz="1425" b="0">
                <a:solidFill>
                  <a:srgbClr val="5D6560"/>
                </a:solidFill>
                <a:latin typeface="Helvetica Neue"/>
                <a:ea typeface="Helvetica Neue"/>
                <a:cs typeface="Helvetica Neue"/>
              </a:rPr>
              <a:t>03</a:t>
            </a:r>
          </a:p>
        </p:txBody>
      </p:sp>
      <p:sp>
        <p:nvSpPr>
          <p:cNvPr id="3" name="diagram-22">
            <a:extLst xmlns:a="http://schemas.openxmlformats.org/drawingml/2006/main">
              <a:ext uri="{FF2B5EF4-FFF2-40B4-BE49-F238E27FC236}">
                <a16:creationId xmlns:a16="http://schemas.microsoft.com/office/drawing/2014/main" id="{CC1C36D5-383C-4889-A614-4538FF8CAD3C}"/>
              </a:ext>
            </a:extLst>
          </p:cNvPr>
          <p:cNvSpPr>
            <a:spLocks xmlns:a="http://schemas.openxmlformats.org/drawingml/2006/main" noGrp="1"/>
          </p:cNvSpPr>
          <p:nvPr/>
        </p:nvSpPr>
        <p:spPr>
          <a:xfrm xmlns:a="http://schemas.openxmlformats.org/drawingml/2006/main">
            <a:off x="762000" y="1809750"/>
            <a:ext cx="2286000" cy="723900"/>
          </a:xfrm>
          <a:prstGeom xmlns:a="http://schemas.openxmlformats.org/drawingml/2006/main" prst="rect">
            <a:avLst/>
          </a:prstGeom>
          <a:solidFill xmlns:a="http://schemas.openxmlformats.org/drawingml/2006/main">
            <a:srgbClr val="FFFFFF"/>
          </a:solidFill>
          <a:ln xmlns:a="http://schemas.openxmlformats.org/drawingml/2006/main" w="14288">
            <a:solidFill>
              <a:srgbClr val="DCE4DF"/>
            </a:solidFill>
          </a:ln>
        </p:spPr>
        <p:txBody>
          <a:bodyPr xmlns:a="http://schemas.openxmlformats.org/drawingml/2006/main" lIns="114300" tIns="114300" rIns="114300" bIns="114300" anchor="ctr"/>
          <a:lstStyle xmlns:a="http://schemas.openxmlformats.org/drawingml/2006/main">
            <a:defPPr algn="ctr">
              <a:defRPr sz="2025" b="1">
                <a:solidFill>
                  <a:srgbClr val="141414"/>
                </a:solidFill>
                <a:latin typeface="Helvetica Neue"/>
                <a:ea typeface="Helvetica Neue"/>
                <a:cs typeface="Helvetica Neue"/>
              </a:defRPr>
            </a:defPPr>
            <a:lvl1pPr algn="ctr">
              <a:defRPr sz="2025" b="1">
                <a:solidFill>
                  <a:srgbClr val="141414"/>
                </a:solidFill>
                <a:latin typeface="Helvetica Neue"/>
                <a:ea typeface="Helvetica Neue"/>
                <a:cs typeface="Helvetica Neue"/>
              </a:defRPr>
            </a:lvl1pPr>
            <a:lvl2pPr algn="ctr">
              <a:defRPr sz="2025" b="1">
                <a:solidFill>
                  <a:srgbClr val="141414"/>
                </a:solidFill>
                <a:latin typeface="Helvetica Neue"/>
                <a:ea typeface="Helvetica Neue"/>
                <a:cs typeface="Helvetica Neue"/>
              </a:defRPr>
            </a:lvl2pPr>
            <a:lvl3pPr algn="ctr">
              <a:defRPr sz="2025" b="1">
                <a:solidFill>
                  <a:srgbClr val="141414"/>
                </a:solidFill>
                <a:latin typeface="Helvetica Neue"/>
                <a:ea typeface="Helvetica Neue"/>
                <a:cs typeface="Helvetica Neue"/>
              </a:defRPr>
            </a:lvl3pPr>
            <a:lvl4pPr algn="ctr">
              <a:defRPr sz="2025" b="1">
                <a:solidFill>
                  <a:srgbClr val="141414"/>
                </a:solidFill>
                <a:latin typeface="Helvetica Neue"/>
                <a:ea typeface="Helvetica Neue"/>
                <a:cs typeface="Helvetica Neue"/>
              </a:defRPr>
            </a:lvl4pPr>
            <a:lvl5pPr algn="ctr">
              <a:defRPr sz="2025" b="1">
                <a:solidFill>
                  <a:srgbClr val="141414"/>
                </a:solidFill>
                <a:latin typeface="Helvetica Neue"/>
                <a:ea typeface="Helvetica Neue"/>
                <a:cs typeface="Helvetica Neue"/>
              </a:defRPr>
            </a:lvl5pPr>
            <a:lvl6pPr algn="ctr">
              <a:defRPr sz="2025" b="1">
                <a:solidFill>
                  <a:srgbClr val="141414"/>
                </a:solidFill>
                <a:latin typeface="Helvetica Neue"/>
                <a:ea typeface="Helvetica Neue"/>
                <a:cs typeface="Helvetica Neue"/>
              </a:defRPr>
            </a:lvl6pPr>
            <a:lvl7pPr algn="ctr">
              <a:defRPr sz="2025" b="1">
                <a:solidFill>
                  <a:srgbClr val="141414"/>
                </a:solidFill>
                <a:latin typeface="Helvetica Neue"/>
                <a:ea typeface="Helvetica Neue"/>
                <a:cs typeface="Helvetica Neue"/>
              </a:defRPr>
            </a:lvl7pPr>
            <a:lvl8pPr algn="ctr">
              <a:defRPr sz="2025" b="1">
                <a:solidFill>
                  <a:srgbClr val="141414"/>
                </a:solidFill>
                <a:latin typeface="Helvetica Neue"/>
                <a:ea typeface="Helvetica Neue"/>
                <a:cs typeface="Helvetica Neue"/>
              </a:defRPr>
            </a:lvl8pPr>
            <a:lvl9pPr algn="ctr">
              <a:defRPr sz="2025" b="1">
                <a:solidFill>
                  <a:srgbClr val="141414"/>
                </a:solidFill>
                <a:latin typeface="Helvetica Neue"/>
                <a:ea typeface="Helvetica Neue"/>
                <a:cs typeface="Helvetica Neue"/>
              </a:defRPr>
            </a:lvl9pPr>
          </a:lstStyle>
          <a:p xmlns:a="http://schemas.openxmlformats.org/drawingml/2006/main">
            <a:pPr algn="ctr">
              <a:defRPr sz="2025" b="1">
                <a:solidFill>
                  <a:srgbClr val="141414"/>
                </a:solidFill>
                <a:latin typeface="Helvetica Neue"/>
                <a:ea typeface="Helvetica Neue"/>
                <a:cs typeface="Helvetica Neue"/>
              </a:defRPr>
            </a:pPr>
            <a:r>
              <a:rPr sz="2025" b="1">
                <a:solidFill>
                  <a:srgbClr val="141414"/>
                </a:solidFill>
                <a:latin typeface="Helvetica Neue"/>
                <a:ea typeface="Helvetica Neue"/>
                <a:cs typeface="Helvetica Neue"/>
              </a:rPr>
              <a:t>Watch</a:t>
            </a:r>
          </a:p>
        </p:txBody>
      </p:sp>
      <p:sp>
        <p:nvSpPr>
          <p:cNvPr id="4" name="diagram-23">
            <a:extLst xmlns:a="http://schemas.openxmlformats.org/drawingml/2006/main">
              <a:ext uri="{FF2B5EF4-FFF2-40B4-BE49-F238E27FC236}">
                <a16:creationId xmlns:a16="http://schemas.microsoft.com/office/drawing/2014/main" id="{20083A39-9DEF-48C3-8B28-036F06A03EEF}"/>
              </a:ext>
            </a:extLst>
          </p:cNvPr>
          <p:cNvSpPr>
            <a:spLocks xmlns:a="http://schemas.openxmlformats.org/drawingml/2006/main" noGrp="1"/>
          </p:cNvSpPr>
          <p:nvPr/>
        </p:nvSpPr>
        <p:spPr>
          <a:xfrm xmlns:a="http://schemas.openxmlformats.org/drawingml/2006/main">
            <a:off x="4476750" y="1809750"/>
            <a:ext cx="3143250" cy="723900"/>
          </a:xfrm>
          <a:prstGeom xmlns:a="http://schemas.openxmlformats.org/drawingml/2006/main" prst="rect">
            <a:avLst/>
          </a:prstGeom>
          <a:solidFill xmlns:a="http://schemas.openxmlformats.org/drawingml/2006/main">
            <a:srgbClr val="FFFFFF"/>
          </a:solidFill>
          <a:ln xmlns:a="http://schemas.openxmlformats.org/drawingml/2006/main" w="14288">
            <a:solidFill>
              <a:srgbClr val="DCE4DF"/>
            </a:solidFill>
          </a:ln>
        </p:spPr>
        <p:txBody>
          <a:bodyPr xmlns:a="http://schemas.openxmlformats.org/drawingml/2006/main" lIns="114300" tIns="114300" rIns="114300" bIns="114300" anchor="ctr"/>
          <a:lstStyle xmlns:a="http://schemas.openxmlformats.org/drawingml/2006/main">
            <a:defPPr algn="ctr">
              <a:defRPr sz="2025" b="1">
                <a:solidFill>
                  <a:srgbClr val="141414"/>
                </a:solidFill>
                <a:latin typeface="Helvetica Neue"/>
                <a:ea typeface="Helvetica Neue"/>
                <a:cs typeface="Helvetica Neue"/>
              </a:defRPr>
            </a:defPPr>
            <a:lvl1pPr algn="ctr">
              <a:defRPr sz="2025" b="1">
                <a:solidFill>
                  <a:srgbClr val="141414"/>
                </a:solidFill>
                <a:latin typeface="Helvetica Neue"/>
                <a:ea typeface="Helvetica Neue"/>
                <a:cs typeface="Helvetica Neue"/>
              </a:defRPr>
            </a:lvl1pPr>
            <a:lvl2pPr algn="ctr">
              <a:defRPr sz="2025" b="1">
                <a:solidFill>
                  <a:srgbClr val="141414"/>
                </a:solidFill>
                <a:latin typeface="Helvetica Neue"/>
                <a:ea typeface="Helvetica Neue"/>
                <a:cs typeface="Helvetica Neue"/>
              </a:defRPr>
            </a:lvl2pPr>
            <a:lvl3pPr algn="ctr">
              <a:defRPr sz="2025" b="1">
                <a:solidFill>
                  <a:srgbClr val="141414"/>
                </a:solidFill>
                <a:latin typeface="Helvetica Neue"/>
                <a:ea typeface="Helvetica Neue"/>
                <a:cs typeface="Helvetica Neue"/>
              </a:defRPr>
            </a:lvl3pPr>
            <a:lvl4pPr algn="ctr">
              <a:defRPr sz="2025" b="1">
                <a:solidFill>
                  <a:srgbClr val="141414"/>
                </a:solidFill>
                <a:latin typeface="Helvetica Neue"/>
                <a:ea typeface="Helvetica Neue"/>
                <a:cs typeface="Helvetica Neue"/>
              </a:defRPr>
            </a:lvl4pPr>
            <a:lvl5pPr algn="ctr">
              <a:defRPr sz="2025" b="1">
                <a:solidFill>
                  <a:srgbClr val="141414"/>
                </a:solidFill>
                <a:latin typeface="Helvetica Neue"/>
                <a:ea typeface="Helvetica Neue"/>
                <a:cs typeface="Helvetica Neue"/>
              </a:defRPr>
            </a:lvl5pPr>
            <a:lvl6pPr algn="ctr">
              <a:defRPr sz="2025" b="1">
                <a:solidFill>
                  <a:srgbClr val="141414"/>
                </a:solidFill>
                <a:latin typeface="Helvetica Neue"/>
                <a:ea typeface="Helvetica Neue"/>
                <a:cs typeface="Helvetica Neue"/>
              </a:defRPr>
            </a:lvl6pPr>
            <a:lvl7pPr algn="ctr">
              <a:defRPr sz="2025" b="1">
                <a:solidFill>
                  <a:srgbClr val="141414"/>
                </a:solidFill>
                <a:latin typeface="Helvetica Neue"/>
                <a:ea typeface="Helvetica Neue"/>
                <a:cs typeface="Helvetica Neue"/>
              </a:defRPr>
            </a:lvl7pPr>
            <a:lvl8pPr algn="ctr">
              <a:defRPr sz="2025" b="1">
                <a:solidFill>
                  <a:srgbClr val="141414"/>
                </a:solidFill>
                <a:latin typeface="Helvetica Neue"/>
                <a:ea typeface="Helvetica Neue"/>
                <a:cs typeface="Helvetica Neue"/>
              </a:defRPr>
            </a:lvl8pPr>
            <a:lvl9pPr algn="ctr">
              <a:defRPr sz="2025" b="1">
                <a:solidFill>
                  <a:srgbClr val="141414"/>
                </a:solidFill>
                <a:latin typeface="Helvetica Neue"/>
                <a:ea typeface="Helvetica Neue"/>
                <a:cs typeface="Helvetica Neue"/>
              </a:defRPr>
            </a:lvl9pPr>
          </a:lstStyle>
          <a:p xmlns:a="http://schemas.openxmlformats.org/drawingml/2006/main">
            <a:pPr algn="ctr">
              <a:defRPr sz="2025" b="1">
                <a:solidFill>
                  <a:srgbClr val="141414"/>
                </a:solidFill>
                <a:latin typeface="Helvetica Neue"/>
                <a:ea typeface="Helvetica Neue"/>
                <a:cs typeface="Helvetica Neue"/>
              </a:defRPr>
            </a:pPr>
            <a:r>
              <a:rPr sz="2025" b="1">
                <a:solidFill>
                  <a:srgbClr val="141414"/>
                </a:solidFill>
                <a:latin typeface="Helvetica Neue"/>
                <a:ea typeface="Helvetica Neue"/>
                <a:cs typeface="Helvetica Neue"/>
              </a:rPr>
              <a:t>iPhone</a:t>
            </a:r>
          </a:p>
        </p:txBody>
      </p:sp>
      <p:sp>
        <p:nvSpPr>
          <p:cNvPr id="5" name="diagram-24">
            <a:extLst xmlns:a="http://schemas.openxmlformats.org/drawingml/2006/main">
              <a:ext uri="{FF2B5EF4-FFF2-40B4-BE49-F238E27FC236}">
                <a16:creationId xmlns:a16="http://schemas.microsoft.com/office/drawing/2014/main" id="{DAAA9B06-ECC9-4EF0-B137-2E4EDF2EA18C}"/>
              </a:ext>
            </a:extLst>
          </p:cNvPr>
          <p:cNvSpPr>
            <a:spLocks xmlns:a="http://schemas.openxmlformats.org/drawingml/2006/main" noGrp="1"/>
          </p:cNvSpPr>
          <p:nvPr/>
        </p:nvSpPr>
        <p:spPr>
          <a:xfrm xmlns:a="http://schemas.openxmlformats.org/drawingml/2006/main">
            <a:off x="9048750" y="1809750"/>
            <a:ext cx="2381250" cy="723900"/>
          </a:xfrm>
          <a:prstGeom xmlns:a="http://schemas.openxmlformats.org/drawingml/2006/main" prst="rect">
            <a:avLst/>
          </a:prstGeom>
          <a:solidFill xmlns:a="http://schemas.openxmlformats.org/drawingml/2006/main">
            <a:srgbClr val="FFFFFF"/>
          </a:solidFill>
          <a:ln xmlns:a="http://schemas.openxmlformats.org/drawingml/2006/main" w="14288">
            <a:solidFill>
              <a:srgbClr val="DCE4DF"/>
            </a:solidFill>
          </a:ln>
        </p:spPr>
        <p:txBody>
          <a:bodyPr xmlns:a="http://schemas.openxmlformats.org/drawingml/2006/main" lIns="114300" tIns="114300" rIns="114300" bIns="114300" anchor="ctr"/>
          <a:lstStyle xmlns:a="http://schemas.openxmlformats.org/drawingml/2006/main">
            <a:defPPr algn="ctr">
              <a:defRPr sz="2025" b="1">
                <a:solidFill>
                  <a:srgbClr val="141414"/>
                </a:solidFill>
                <a:latin typeface="Helvetica Neue"/>
                <a:ea typeface="Helvetica Neue"/>
                <a:cs typeface="Helvetica Neue"/>
              </a:defRPr>
            </a:defPPr>
            <a:lvl1pPr algn="ctr">
              <a:defRPr sz="2025" b="1">
                <a:solidFill>
                  <a:srgbClr val="141414"/>
                </a:solidFill>
                <a:latin typeface="Helvetica Neue"/>
                <a:ea typeface="Helvetica Neue"/>
                <a:cs typeface="Helvetica Neue"/>
              </a:defRPr>
            </a:lvl1pPr>
            <a:lvl2pPr algn="ctr">
              <a:defRPr sz="2025" b="1">
                <a:solidFill>
                  <a:srgbClr val="141414"/>
                </a:solidFill>
                <a:latin typeface="Helvetica Neue"/>
                <a:ea typeface="Helvetica Neue"/>
                <a:cs typeface="Helvetica Neue"/>
              </a:defRPr>
            </a:lvl2pPr>
            <a:lvl3pPr algn="ctr">
              <a:defRPr sz="2025" b="1">
                <a:solidFill>
                  <a:srgbClr val="141414"/>
                </a:solidFill>
                <a:latin typeface="Helvetica Neue"/>
                <a:ea typeface="Helvetica Neue"/>
                <a:cs typeface="Helvetica Neue"/>
              </a:defRPr>
            </a:lvl3pPr>
            <a:lvl4pPr algn="ctr">
              <a:defRPr sz="2025" b="1">
                <a:solidFill>
                  <a:srgbClr val="141414"/>
                </a:solidFill>
                <a:latin typeface="Helvetica Neue"/>
                <a:ea typeface="Helvetica Neue"/>
                <a:cs typeface="Helvetica Neue"/>
              </a:defRPr>
            </a:lvl4pPr>
            <a:lvl5pPr algn="ctr">
              <a:defRPr sz="2025" b="1">
                <a:solidFill>
                  <a:srgbClr val="141414"/>
                </a:solidFill>
                <a:latin typeface="Helvetica Neue"/>
                <a:ea typeface="Helvetica Neue"/>
                <a:cs typeface="Helvetica Neue"/>
              </a:defRPr>
            </a:lvl5pPr>
            <a:lvl6pPr algn="ctr">
              <a:defRPr sz="2025" b="1">
                <a:solidFill>
                  <a:srgbClr val="141414"/>
                </a:solidFill>
                <a:latin typeface="Helvetica Neue"/>
                <a:ea typeface="Helvetica Neue"/>
                <a:cs typeface="Helvetica Neue"/>
              </a:defRPr>
            </a:lvl6pPr>
            <a:lvl7pPr algn="ctr">
              <a:defRPr sz="2025" b="1">
                <a:solidFill>
                  <a:srgbClr val="141414"/>
                </a:solidFill>
                <a:latin typeface="Helvetica Neue"/>
                <a:ea typeface="Helvetica Neue"/>
                <a:cs typeface="Helvetica Neue"/>
              </a:defRPr>
            </a:lvl7pPr>
            <a:lvl8pPr algn="ctr">
              <a:defRPr sz="2025" b="1">
                <a:solidFill>
                  <a:srgbClr val="141414"/>
                </a:solidFill>
                <a:latin typeface="Helvetica Neue"/>
                <a:ea typeface="Helvetica Neue"/>
                <a:cs typeface="Helvetica Neue"/>
              </a:defRPr>
            </a:lvl8pPr>
            <a:lvl9pPr algn="ctr">
              <a:defRPr sz="2025" b="1">
                <a:solidFill>
                  <a:srgbClr val="141414"/>
                </a:solidFill>
                <a:latin typeface="Helvetica Neue"/>
                <a:ea typeface="Helvetica Neue"/>
                <a:cs typeface="Helvetica Neue"/>
              </a:defRPr>
            </a:lvl9pPr>
          </a:lstStyle>
          <a:p xmlns:a="http://schemas.openxmlformats.org/drawingml/2006/main">
            <a:pPr algn="ctr">
              <a:defRPr sz="2025" b="1">
                <a:solidFill>
                  <a:srgbClr val="141414"/>
                </a:solidFill>
                <a:latin typeface="Helvetica Neue"/>
                <a:ea typeface="Helvetica Neue"/>
                <a:cs typeface="Helvetica Neue"/>
              </a:defRPr>
            </a:pPr>
            <a:r>
              <a:rPr sz="2025" b="1">
                <a:solidFill>
                  <a:srgbClr val="141414"/>
                </a:solidFill>
                <a:latin typeface="Helvetica Neue"/>
                <a:ea typeface="Helvetica Neue"/>
                <a:cs typeface="Helvetica Neue"/>
              </a:rPr>
              <a:t>Pi side camera</a:t>
            </a:r>
          </a:p>
        </p:txBody>
      </p:sp>
      <p:pic>
        <p:nvPicPr>
          <p:cNvPr id="8" name="">
            <a:extLst xmlns:a="http://schemas.openxmlformats.org/drawingml/2006/main">
              <a:ext uri="{FF2B5EF4-FFF2-40B4-BE49-F238E27FC236}">
                <a16:creationId xmlns:a16="http://schemas.microsoft.com/office/drawing/2014/main" id="{070D4B50-A1F1-4832-9F99-E0F57BA50116}"/>
              </a:ext>
            </a:extLst>
          </p:cNvPr>
          <p:cNvPicPr>
            <a:picLocks xmlns:a="http://schemas.openxmlformats.org/drawingml/2006/main" noChangeAspect="1"/>
          </p:cNvPicPr>
          <p:nvPr/>
        </p:nvPicPr>
        <p:blipFill>
          <a:blip xmlns:r="http://schemas.openxmlformats.org/officeDocument/2006/relationships" xmlns:a="http://schemas.openxmlformats.org/drawingml/2006/main" r:embed="R8ed115096d654c24"/>
          <a:stretch xmlns:a="http://schemas.openxmlformats.org/drawingml/2006/main"/>
        </p:blipFill>
        <p:spPr>
          <a:xfrm xmlns:a="http://schemas.openxmlformats.org/drawingml/2006/main">
            <a:off x="876300" y="3049526"/>
            <a:ext cx="2114550" cy="2521073"/>
          </a:xfrm>
          <a:prstGeom xmlns:a="http://schemas.openxmlformats.org/drawingml/2006/main" prst="rect">
            <a:avLst/>
          </a:prstGeom>
        </p:spPr>
      </p:pic>
      <p:sp>
        <p:nvSpPr>
          <p:cNvPr id="9" name="text-25">
            <a:extLst xmlns:a="http://schemas.openxmlformats.org/drawingml/2006/main">
              <a:ext uri="{FF2B5EF4-FFF2-40B4-BE49-F238E27FC236}">
                <a16:creationId xmlns:a16="http://schemas.microsoft.com/office/drawing/2014/main" id="{95A86C1D-8515-4744-ABA6-4FB9A560FB37}"/>
              </a:ext>
            </a:extLst>
          </p:cNvPr>
          <p:cNvSpPr>
            <a:spLocks xmlns:a="http://schemas.openxmlformats.org/drawingml/2006/main" noGrp="1"/>
          </p:cNvSpPr>
          <p:nvPr/>
        </p:nvSpPr>
        <p:spPr>
          <a:xfrm xmlns:a="http://schemas.openxmlformats.org/drawingml/2006/main">
            <a:off x="762000" y="5753100"/>
            <a:ext cx="3095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D6560"/>
                </a:solidFill>
                <a:latin typeface="Helvetica Neue"/>
                <a:ea typeface="Helvetica Neue"/>
                <a:cs typeface="Helvetica Neue"/>
              </a:defRPr>
            </a:defPPr>
            <a:lvl1pPr>
              <a:defRPr sz="1725" b="0">
                <a:solidFill>
                  <a:srgbClr val="5D6560"/>
                </a:solidFill>
                <a:latin typeface="Helvetica Neue"/>
                <a:ea typeface="Helvetica Neue"/>
                <a:cs typeface="Helvetica Neue"/>
              </a:defRPr>
            </a:lvl1pPr>
            <a:lvl2pPr>
              <a:defRPr sz="1725" b="0">
                <a:solidFill>
                  <a:srgbClr val="5D6560"/>
                </a:solidFill>
                <a:latin typeface="Helvetica Neue"/>
                <a:ea typeface="Helvetica Neue"/>
                <a:cs typeface="Helvetica Neue"/>
              </a:defRPr>
            </a:lvl2pPr>
            <a:lvl3pPr>
              <a:defRPr sz="1725" b="0">
                <a:solidFill>
                  <a:srgbClr val="5D6560"/>
                </a:solidFill>
                <a:latin typeface="Helvetica Neue"/>
                <a:ea typeface="Helvetica Neue"/>
                <a:cs typeface="Helvetica Neue"/>
              </a:defRPr>
            </a:lvl3pPr>
            <a:lvl4pPr>
              <a:defRPr sz="1725" b="0">
                <a:solidFill>
                  <a:srgbClr val="5D6560"/>
                </a:solidFill>
                <a:latin typeface="Helvetica Neue"/>
                <a:ea typeface="Helvetica Neue"/>
                <a:cs typeface="Helvetica Neue"/>
              </a:defRPr>
            </a:lvl4pPr>
            <a:lvl5pPr>
              <a:defRPr sz="1725" b="0">
                <a:solidFill>
                  <a:srgbClr val="5D6560"/>
                </a:solidFill>
                <a:latin typeface="Helvetica Neue"/>
                <a:ea typeface="Helvetica Neue"/>
                <a:cs typeface="Helvetica Neue"/>
              </a:defRPr>
            </a:lvl5pPr>
            <a:lvl6pPr>
              <a:defRPr sz="1725" b="0">
                <a:solidFill>
                  <a:srgbClr val="5D6560"/>
                </a:solidFill>
                <a:latin typeface="Helvetica Neue"/>
                <a:ea typeface="Helvetica Neue"/>
                <a:cs typeface="Helvetica Neue"/>
              </a:defRPr>
            </a:lvl6pPr>
            <a:lvl7pPr>
              <a:defRPr sz="1725" b="0">
                <a:solidFill>
                  <a:srgbClr val="5D6560"/>
                </a:solidFill>
                <a:latin typeface="Helvetica Neue"/>
                <a:ea typeface="Helvetica Neue"/>
                <a:cs typeface="Helvetica Neue"/>
              </a:defRPr>
            </a:lvl7pPr>
            <a:lvl8pPr>
              <a:defRPr sz="1725" b="0">
                <a:solidFill>
                  <a:srgbClr val="5D6560"/>
                </a:solidFill>
                <a:latin typeface="Helvetica Neue"/>
                <a:ea typeface="Helvetica Neue"/>
                <a:cs typeface="Helvetica Neue"/>
              </a:defRPr>
            </a:lvl8pPr>
            <a:lvl9pPr>
              <a:defRPr sz="1725" b="0">
                <a:solidFill>
                  <a:srgbClr val="5D6560"/>
                </a:solidFill>
                <a:latin typeface="Helvetica Neue"/>
                <a:ea typeface="Helvetica Neue"/>
                <a:cs typeface="Helvetica Neue"/>
              </a:defRPr>
            </a:lvl9pPr>
          </a:lstStyle>
          <a:p xmlns:a="http://schemas.openxmlformats.org/drawingml/2006/main">
            <a:pPr>
              <a:defRPr sz="1725" b="0">
                <a:solidFill>
                  <a:srgbClr val="5D6560"/>
                </a:solidFill>
                <a:latin typeface="Helvetica Neue"/>
                <a:ea typeface="Helvetica Neue"/>
                <a:cs typeface="Helvetica Neue"/>
              </a:defRPr>
            </a:pPr>
            <a:r>
              <a:rPr sz="1725" b="0">
                <a:solidFill>
                  <a:srgbClr val="5D6560"/>
                </a:solidFill>
                <a:latin typeface="Helvetica Neue"/>
                <a:ea typeface="Helvetica Neue"/>
                <a:cs typeface="Helvetica Neue"/>
              </a:rPr>
              <a:t>Simulator capture</a:t>
            </a:r>
          </a:p>
          <a:p xmlns:a="http://schemas.openxmlformats.org/drawingml/2006/main">
            <a:pPr>
              <a:defRPr sz="1725" b="0">
                <a:solidFill>
                  <a:srgbClr val="5D6560"/>
                </a:solidFill>
                <a:latin typeface="Helvetica Neue"/>
                <a:ea typeface="Helvetica Neue"/>
                <a:cs typeface="Helvetica Neue"/>
              </a:defRPr>
            </a:pPr>
            <a:r>
              <a:rPr sz="1725" b="0">
                <a:solidFill>
                  <a:srgbClr val="5D6560"/>
                </a:solidFill>
                <a:latin typeface="Helvetica Neue"/>
                <a:ea typeface="Helvetica Neue"/>
                <a:cs typeface="Helvetica Neue"/>
              </a:rPr>
              <a:t>Physical sensors pending</a:t>
            </a:r>
          </a:p>
        </p:txBody>
      </p:sp>
      <p:sp>
        <p:nvSpPr>
          <p:cNvPr id="10" name="text-26">
            <a:extLst xmlns:a="http://schemas.openxmlformats.org/drawingml/2006/main">
              <a:ext uri="{FF2B5EF4-FFF2-40B4-BE49-F238E27FC236}">
                <a16:creationId xmlns:a16="http://schemas.microsoft.com/office/drawing/2014/main" id="{077271D0-D6DD-4F73-A110-1C11B37AF430}"/>
              </a:ext>
            </a:extLst>
          </p:cNvPr>
          <p:cNvSpPr>
            <a:spLocks xmlns:a="http://schemas.openxmlformats.org/drawingml/2006/main" noGrp="1"/>
          </p:cNvSpPr>
          <p:nvPr/>
        </p:nvSpPr>
        <p:spPr>
          <a:xfrm xmlns:a="http://schemas.openxmlformats.org/drawingml/2006/main">
            <a:off x="4476750" y="314325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216B49"/>
                </a:solidFill>
                <a:latin typeface="Helvetica Neue"/>
                <a:ea typeface="Helvetica Neue"/>
                <a:cs typeface="Helvetica Neue"/>
              </a:defRPr>
            </a:defPPr>
            <a:lvl1pPr>
              <a:defRPr sz="1800" b="1">
                <a:solidFill>
                  <a:srgbClr val="216B49"/>
                </a:solidFill>
                <a:latin typeface="Helvetica Neue"/>
                <a:ea typeface="Helvetica Neue"/>
                <a:cs typeface="Helvetica Neue"/>
              </a:defRPr>
            </a:lvl1pPr>
            <a:lvl2pPr>
              <a:defRPr sz="1800" b="1">
                <a:solidFill>
                  <a:srgbClr val="216B49"/>
                </a:solidFill>
                <a:latin typeface="Helvetica Neue"/>
                <a:ea typeface="Helvetica Neue"/>
                <a:cs typeface="Helvetica Neue"/>
              </a:defRPr>
            </a:lvl2pPr>
            <a:lvl3pPr>
              <a:defRPr sz="1800" b="1">
                <a:solidFill>
                  <a:srgbClr val="216B49"/>
                </a:solidFill>
                <a:latin typeface="Helvetica Neue"/>
                <a:ea typeface="Helvetica Neue"/>
                <a:cs typeface="Helvetica Neue"/>
              </a:defRPr>
            </a:lvl3pPr>
            <a:lvl4pPr>
              <a:defRPr sz="1800" b="1">
                <a:solidFill>
                  <a:srgbClr val="216B49"/>
                </a:solidFill>
                <a:latin typeface="Helvetica Neue"/>
                <a:ea typeface="Helvetica Neue"/>
                <a:cs typeface="Helvetica Neue"/>
              </a:defRPr>
            </a:lvl4pPr>
            <a:lvl5pPr>
              <a:defRPr sz="1800" b="1">
                <a:solidFill>
                  <a:srgbClr val="216B49"/>
                </a:solidFill>
                <a:latin typeface="Helvetica Neue"/>
                <a:ea typeface="Helvetica Neue"/>
                <a:cs typeface="Helvetica Neue"/>
              </a:defRPr>
            </a:lvl5pPr>
            <a:lvl6pPr>
              <a:defRPr sz="1800" b="1">
                <a:solidFill>
                  <a:srgbClr val="216B49"/>
                </a:solidFill>
                <a:latin typeface="Helvetica Neue"/>
                <a:ea typeface="Helvetica Neue"/>
                <a:cs typeface="Helvetica Neue"/>
              </a:defRPr>
            </a:lvl6pPr>
            <a:lvl7pPr>
              <a:defRPr sz="1800" b="1">
                <a:solidFill>
                  <a:srgbClr val="216B49"/>
                </a:solidFill>
                <a:latin typeface="Helvetica Neue"/>
                <a:ea typeface="Helvetica Neue"/>
                <a:cs typeface="Helvetica Neue"/>
              </a:defRPr>
            </a:lvl7pPr>
            <a:lvl8pPr>
              <a:defRPr sz="1800" b="1">
                <a:solidFill>
                  <a:srgbClr val="216B49"/>
                </a:solidFill>
                <a:latin typeface="Helvetica Neue"/>
                <a:ea typeface="Helvetica Neue"/>
                <a:cs typeface="Helvetica Neue"/>
              </a:defRPr>
            </a:lvl8pPr>
            <a:lvl9pPr>
              <a:defRPr sz="1800" b="1">
                <a:solidFill>
                  <a:srgbClr val="216B49"/>
                </a:solidFill>
                <a:latin typeface="Helvetica Neue"/>
                <a:ea typeface="Helvetica Neue"/>
                <a:cs typeface="Helvetica Neue"/>
              </a:defRPr>
            </a:lvl9pPr>
          </a:lstStyle>
          <a:p xmlns:a="http://schemas.openxmlformats.org/drawingml/2006/main">
            <a:pPr>
              <a:defRPr sz="1800" b="1">
                <a:solidFill>
                  <a:srgbClr val="216B49"/>
                </a:solidFill>
                <a:latin typeface="Helvetica Neue"/>
                <a:ea typeface="Helvetica Neue"/>
                <a:cs typeface="Helvetica Neue"/>
              </a:defRPr>
            </a:pPr>
            <a:r>
              <a:rPr sz="1800" b="1">
                <a:solidFill>
                  <a:srgbClr val="216B49"/>
                </a:solidFill>
                <a:latin typeface="Helvetica Neue"/>
                <a:ea typeface="Helvetica Neue"/>
                <a:cs typeface="Helvetica Neue"/>
              </a:rPr>
              <a:t>Session authority</a:t>
            </a:r>
          </a:p>
        </p:txBody>
      </p:sp>
      <p:sp>
        <p:nvSpPr>
          <p:cNvPr id="11" name="text-27">
            <a:extLst xmlns:a="http://schemas.openxmlformats.org/drawingml/2006/main">
              <a:ext uri="{FF2B5EF4-FFF2-40B4-BE49-F238E27FC236}">
                <a16:creationId xmlns:a16="http://schemas.microsoft.com/office/drawing/2014/main" id="{79116F62-E305-4516-BC67-1670B2F63256}"/>
              </a:ext>
            </a:extLst>
          </p:cNvPr>
          <p:cNvSpPr>
            <a:spLocks xmlns:a="http://schemas.openxmlformats.org/drawingml/2006/main" noGrp="1"/>
          </p:cNvSpPr>
          <p:nvPr/>
        </p:nvSpPr>
        <p:spPr>
          <a:xfrm xmlns:a="http://schemas.openxmlformats.org/drawingml/2006/main">
            <a:off x="4476750" y="3657600"/>
            <a:ext cx="3714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D6560"/>
                </a:solidFill>
                <a:latin typeface="Helvetica Neue"/>
                <a:ea typeface="Helvetica Neue"/>
                <a:cs typeface="Helvetica Neue"/>
              </a:defRPr>
            </a:defPPr>
            <a:lvl1pPr>
              <a:defRPr sz="2175" b="0">
                <a:solidFill>
                  <a:srgbClr val="5D6560"/>
                </a:solidFill>
                <a:latin typeface="Helvetica Neue"/>
                <a:ea typeface="Helvetica Neue"/>
                <a:cs typeface="Helvetica Neue"/>
              </a:defRPr>
            </a:lvl1pPr>
            <a:lvl2pPr>
              <a:defRPr sz="2175" b="0">
                <a:solidFill>
                  <a:srgbClr val="5D6560"/>
                </a:solidFill>
                <a:latin typeface="Helvetica Neue"/>
                <a:ea typeface="Helvetica Neue"/>
                <a:cs typeface="Helvetica Neue"/>
              </a:defRPr>
            </a:lvl2pPr>
            <a:lvl3pPr>
              <a:defRPr sz="2175" b="0">
                <a:solidFill>
                  <a:srgbClr val="5D6560"/>
                </a:solidFill>
                <a:latin typeface="Helvetica Neue"/>
                <a:ea typeface="Helvetica Neue"/>
                <a:cs typeface="Helvetica Neue"/>
              </a:defRPr>
            </a:lvl3pPr>
            <a:lvl4pPr>
              <a:defRPr sz="2175" b="0">
                <a:solidFill>
                  <a:srgbClr val="5D6560"/>
                </a:solidFill>
                <a:latin typeface="Helvetica Neue"/>
                <a:ea typeface="Helvetica Neue"/>
                <a:cs typeface="Helvetica Neue"/>
              </a:defRPr>
            </a:lvl4pPr>
            <a:lvl5pPr>
              <a:defRPr sz="2175" b="0">
                <a:solidFill>
                  <a:srgbClr val="5D6560"/>
                </a:solidFill>
                <a:latin typeface="Helvetica Neue"/>
                <a:ea typeface="Helvetica Neue"/>
                <a:cs typeface="Helvetica Neue"/>
              </a:defRPr>
            </a:lvl5pPr>
            <a:lvl6pPr>
              <a:defRPr sz="2175" b="0">
                <a:solidFill>
                  <a:srgbClr val="5D6560"/>
                </a:solidFill>
                <a:latin typeface="Helvetica Neue"/>
                <a:ea typeface="Helvetica Neue"/>
                <a:cs typeface="Helvetica Neue"/>
              </a:defRPr>
            </a:lvl6pPr>
            <a:lvl7pPr>
              <a:defRPr sz="2175" b="0">
                <a:solidFill>
                  <a:srgbClr val="5D6560"/>
                </a:solidFill>
                <a:latin typeface="Helvetica Neue"/>
                <a:ea typeface="Helvetica Neue"/>
                <a:cs typeface="Helvetica Neue"/>
              </a:defRPr>
            </a:lvl7pPr>
            <a:lvl8pPr>
              <a:defRPr sz="2175" b="0">
                <a:solidFill>
                  <a:srgbClr val="5D6560"/>
                </a:solidFill>
                <a:latin typeface="Helvetica Neue"/>
                <a:ea typeface="Helvetica Neue"/>
                <a:cs typeface="Helvetica Neue"/>
              </a:defRPr>
            </a:lvl8pPr>
            <a:lvl9pPr>
              <a:defRPr sz="2175" b="0">
                <a:solidFill>
                  <a:srgbClr val="5D6560"/>
                </a:solidFill>
                <a:latin typeface="Helvetica Neue"/>
                <a:ea typeface="Helvetica Neue"/>
                <a:cs typeface="Helvetica Neue"/>
              </a:defRPr>
            </a:lvl9pPr>
          </a:lstStyle>
          <a:p xmlns:a="http://schemas.openxmlformats.org/drawingml/2006/main">
            <a:pPr>
              <a:defRPr sz="2175" b="0">
                <a:solidFill>
                  <a:srgbClr val="5D6560"/>
                </a:solidFill>
                <a:latin typeface="Helvetica Neue"/>
                <a:ea typeface="Helvetica Neue"/>
                <a:cs typeface="Helvetica Neue"/>
              </a:defRPr>
            </a:pPr>
            <a:r>
              <a:rPr sz="2175" b="0">
                <a:solidFill>
                  <a:srgbClr val="5D6560"/>
                </a:solidFill>
                <a:latin typeface="Helvetica Neue"/>
                <a:ea typeface="Helvetica Neue"/>
                <a:cs typeface="Helvetica Neue"/>
              </a:rPr>
              <a:t>On-device pose inference</a:t>
            </a:r>
          </a:p>
          <a:p xmlns:a="http://schemas.openxmlformats.org/drawingml/2006/main">
            <a:pPr>
              <a:defRPr sz="2175" b="0">
                <a:solidFill>
                  <a:srgbClr val="5D6560"/>
                </a:solidFill>
                <a:latin typeface="Helvetica Neue"/>
                <a:ea typeface="Helvetica Neue"/>
                <a:cs typeface="Helvetica Neue"/>
              </a:defRPr>
            </a:pPr>
            <a:r>
              <a:rPr sz="2175" b="0">
                <a:solidFill>
                  <a:srgbClr val="5D6560"/>
                </a:solidFill>
                <a:latin typeface="Helvetica Neue"/>
                <a:ea typeface="Helvetica Neue"/>
                <a:cs typeface="Helvetica Neue"/>
              </a:rPr>
              <a:t>Rep and rest timing</a:t>
            </a:r>
          </a:p>
          <a:p xmlns:a="http://schemas.openxmlformats.org/drawingml/2006/main">
            <a:pPr>
              <a:defRPr sz="2175" b="0">
                <a:solidFill>
                  <a:srgbClr val="5D6560"/>
                </a:solidFill>
                <a:latin typeface="Helvetica Neue"/>
                <a:ea typeface="Helvetica Neue"/>
                <a:cs typeface="Helvetica Neue"/>
              </a:defRPr>
            </a:pPr>
            <a:r>
              <a:rPr sz="2175" b="0">
                <a:solidFill>
                  <a:srgbClr val="5D6560"/>
                </a:solidFill>
                <a:latin typeface="Helvetica Neue"/>
                <a:ea typeface="Helvetica Neue"/>
                <a:cs typeface="Helvetica Neue"/>
              </a:rPr>
              <a:t>Cue priority and expiry</a:t>
            </a:r>
          </a:p>
          <a:p xmlns:a="http://schemas.openxmlformats.org/drawingml/2006/main">
            <a:pPr>
              <a:defRPr sz="2175" b="0">
                <a:solidFill>
                  <a:srgbClr val="5D6560"/>
                </a:solidFill>
                <a:latin typeface="Helvetica Neue"/>
                <a:ea typeface="Helvetica Neue"/>
                <a:cs typeface="Helvetica Neue"/>
              </a:defRPr>
            </a:pPr>
            <a:r>
              <a:rPr sz="2175" b="0">
                <a:solidFill>
                  <a:srgbClr val="5D6560"/>
                </a:solidFill>
                <a:latin typeface="Helvetica Neue"/>
                <a:ea typeface="Helvetica Neue"/>
                <a:cs typeface="Helvetica Neue"/>
              </a:rPr>
              <a:t>Local workout history</a:t>
            </a:r>
          </a:p>
        </p:txBody>
      </p:sp>
      <p:sp>
        <p:nvSpPr>
          <p:cNvPr id="12" name="text-28">
            <a:extLst xmlns:a="http://schemas.openxmlformats.org/drawingml/2006/main">
              <a:ext uri="{FF2B5EF4-FFF2-40B4-BE49-F238E27FC236}">
                <a16:creationId xmlns:a16="http://schemas.microsoft.com/office/drawing/2014/main" id="{E6CA2C57-050E-4622-B93B-E77FB94D21AE}"/>
              </a:ext>
            </a:extLst>
          </p:cNvPr>
          <p:cNvSpPr>
            <a:spLocks xmlns:a="http://schemas.openxmlformats.org/drawingml/2006/main" noGrp="1"/>
          </p:cNvSpPr>
          <p:nvPr/>
        </p:nvSpPr>
        <p:spPr>
          <a:xfrm xmlns:a="http://schemas.openxmlformats.org/drawingml/2006/main">
            <a:off x="8858250" y="314325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216B49"/>
                </a:solidFill>
                <a:latin typeface="Helvetica Neue"/>
                <a:ea typeface="Helvetica Neue"/>
                <a:cs typeface="Helvetica Neue"/>
              </a:defRPr>
            </a:defPPr>
            <a:lvl1pPr>
              <a:defRPr sz="1800" b="1">
                <a:solidFill>
                  <a:srgbClr val="216B49"/>
                </a:solidFill>
                <a:latin typeface="Helvetica Neue"/>
                <a:ea typeface="Helvetica Neue"/>
                <a:cs typeface="Helvetica Neue"/>
              </a:defRPr>
            </a:lvl1pPr>
            <a:lvl2pPr>
              <a:defRPr sz="1800" b="1">
                <a:solidFill>
                  <a:srgbClr val="216B49"/>
                </a:solidFill>
                <a:latin typeface="Helvetica Neue"/>
                <a:ea typeface="Helvetica Neue"/>
                <a:cs typeface="Helvetica Neue"/>
              </a:defRPr>
            </a:lvl2pPr>
            <a:lvl3pPr>
              <a:defRPr sz="1800" b="1">
                <a:solidFill>
                  <a:srgbClr val="216B49"/>
                </a:solidFill>
                <a:latin typeface="Helvetica Neue"/>
                <a:ea typeface="Helvetica Neue"/>
                <a:cs typeface="Helvetica Neue"/>
              </a:defRPr>
            </a:lvl3pPr>
            <a:lvl4pPr>
              <a:defRPr sz="1800" b="1">
                <a:solidFill>
                  <a:srgbClr val="216B49"/>
                </a:solidFill>
                <a:latin typeface="Helvetica Neue"/>
                <a:ea typeface="Helvetica Neue"/>
                <a:cs typeface="Helvetica Neue"/>
              </a:defRPr>
            </a:lvl4pPr>
            <a:lvl5pPr>
              <a:defRPr sz="1800" b="1">
                <a:solidFill>
                  <a:srgbClr val="216B49"/>
                </a:solidFill>
                <a:latin typeface="Helvetica Neue"/>
                <a:ea typeface="Helvetica Neue"/>
                <a:cs typeface="Helvetica Neue"/>
              </a:defRPr>
            </a:lvl5pPr>
            <a:lvl6pPr>
              <a:defRPr sz="1800" b="1">
                <a:solidFill>
                  <a:srgbClr val="216B49"/>
                </a:solidFill>
                <a:latin typeface="Helvetica Neue"/>
                <a:ea typeface="Helvetica Neue"/>
                <a:cs typeface="Helvetica Neue"/>
              </a:defRPr>
            </a:lvl6pPr>
            <a:lvl7pPr>
              <a:defRPr sz="1800" b="1">
                <a:solidFill>
                  <a:srgbClr val="216B49"/>
                </a:solidFill>
                <a:latin typeface="Helvetica Neue"/>
                <a:ea typeface="Helvetica Neue"/>
                <a:cs typeface="Helvetica Neue"/>
              </a:defRPr>
            </a:lvl7pPr>
            <a:lvl8pPr>
              <a:defRPr sz="1800" b="1">
                <a:solidFill>
                  <a:srgbClr val="216B49"/>
                </a:solidFill>
                <a:latin typeface="Helvetica Neue"/>
                <a:ea typeface="Helvetica Neue"/>
                <a:cs typeface="Helvetica Neue"/>
              </a:defRPr>
            </a:lvl8pPr>
            <a:lvl9pPr>
              <a:defRPr sz="1800" b="1">
                <a:solidFill>
                  <a:srgbClr val="216B49"/>
                </a:solidFill>
                <a:latin typeface="Helvetica Neue"/>
                <a:ea typeface="Helvetica Neue"/>
                <a:cs typeface="Helvetica Neue"/>
              </a:defRPr>
            </a:lvl9pPr>
          </a:lstStyle>
          <a:p xmlns:a="http://schemas.openxmlformats.org/drawingml/2006/main">
            <a:pPr>
              <a:defRPr sz="1800" b="1">
                <a:solidFill>
                  <a:srgbClr val="216B49"/>
                </a:solidFill>
                <a:latin typeface="Helvetica Neue"/>
                <a:ea typeface="Helvetica Neue"/>
                <a:cs typeface="Helvetica Neue"/>
              </a:defRPr>
            </a:pPr>
            <a:r>
              <a:rPr sz="1800" b="1">
                <a:solidFill>
                  <a:srgbClr val="216B49"/>
                </a:solidFill>
                <a:latin typeface="Helvetica Neue"/>
                <a:ea typeface="Helvetica Neue"/>
                <a:cs typeface="Helvetica Neue"/>
              </a:rPr>
              <a:t>Capture companion</a:t>
            </a:r>
          </a:p>
        </p:txBody>
      </p:sp>
      <p:sp>
        <p:nvSpPr>
          <p:cNvPr id="13" name="text-29">
            <a:extLst xmlns:a="http://schemas.openxmlformats.org/drawingml/2006/main">
              <a:ext uri="{FF2B5EF4-FFF2-40B4-BE49-F238E27FC236}">
                <a16:creationId xmlns:a16="http://schemas.microsoft.com/office/drawing/2014/main" id="{BFB6EE57-87D4-4F4E-8F8F-7E6BBFD992B4}"/>
              </a:ext>
            </a:extLst>
          </p:cNvPr>
          <p:cNvSpPr>
            <a:spLocks xmlns:a="http://schemas.openxmlformats.org/drawingml/2006/main" noGrp="1"/>
          </p:cNvSpPr>
          <p:nvPr/>
        </p:nvSpPr>
        <p:spPr>
          <a:xfrm xmlns:a="http://schemas.openxmlformats.org/drawingml/2006/main">
            <a:off x="8858250" y="3657600"/>
            <a:ext cx="2714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D6560"/>
                </a:solidFill>
                <a:latin typeface="Helvetica Neue"/>
                <a:ea typeface="Helvetica Neue"/>
                <a:cs typeface="Helvetica Neue"/>
              </a:defRPr>
            </a:defPPr>
            <a:lvl1pPr>
              <a:defRPr sz="1950" b="0">
                <a:solidFill>
                  <a:srgbClr val="5D6560"/>
                </a:solidFill>
                <a:latin typeface="Helvetica Neue"/>
                <a:ea typeface="Helvetica Neue"/>
                <a:cs typeface="Helvetica Neue"/>
              </a:defRPr>
            </a:lvl1pPr>
            <a:lvl2pPr>
              <a:defRPr sz="1950" b="0">
                <a:solidFill>
                  <a:srgbClr val="5D6560"/>
                </a:solidFill>
                <a:latin typeface="Helvetica Neue"/>
                <a:ea typeface="Helvetica Neue"/>
                <a:cs typeface="Helvetica Neue"/>
              </a:defRPr>
            </a:lvl2pPr>
            <a:lvl3pPr>
              <a:defRPr sz="1950" b="0">
                <a:solidFill>
                  <a:srgbClr val="5D6560"/>
                </a:solidFill>
                <a:latin typeface="Helvetica Neue"/>
                <a:ea typeface="Helvetica Neue"/>
                <a:cs typeface="Helvetica Neue"/>
              </a:defRPr>
            </a:lvl3pPr>
            <a:lvl4pPr>
              <a:defRPr sz="1950" b="0">
                <a:solidFill>
                  <a:srgbClr val="5D6560"/>
                </a:solidFill>
                <a:latin typeface="Helvetica Neue"/>
                <a:ea typeface="Helvetica Neue"/>
                <a:cs typeface="Helvetica Neue"/>
              </a:defRPr>
            </a:lvl4pPr>
            <a:lvl5pPr>
              <a:defRPr sz="1950" b="0">
                <a:solidFill>
                  <a:srgbClr val="5D6560"/>
                </a:solidFill>
                <a:latin typeface="Helvetica Neue"/>
                <a:ea typeface="Helvetica Neue"/>
                <a:cs typeface="Helvetica Neue"/>
              </a:defRPr>
            </a:lvl5pPr>
            <a:lvl6pPr>
              <a:defRPr sz="1950" b="0">
                <a:solidFill>
                  <a:srgbClr val="5D6560"/>
                </a:solidFill>
                <a:latin typeface="Helvetica Neue"/>
                <a:ea typeface="Helvetica Neue"/>
                <a:cs typeface="Helvetica Neue"/>
              </a:defRPr>
            </a:lvl6pPr>
            <a:lvl7pPr>
              <a:defRPr sz="1950" b="0">
                <a:solidFill>
                  <a:srgbClr val="5D6560"/>
                </a:solidFill>
                <a:latin typeface="Helvetica Neue"/>
                <a:ea typeface="Helvetica Neue"/>
                <a:cs typeface="Helvetica Neue"/>
              </a:defRPr>
            </a:lvl7pPr>
            <a:lvl8pPr>
              <a:defRPr sz="1950" b="0">
                <a:solidFill>
                  <a:srgbClr val="5D6560"/>
                </a:solidFill>
                <a:latin typeface="Helvetica Neue"/>
                <a:ea typeface="Helvetica Neue"/>
                <a:cs typeface="Helvetica Neue"/>
              </a:defRPr>
            </a:lvl8pPr>
            <a:lvl9pPr>
              <a:defRPr sz="1950" b="0">
                <a:solidFill>
                  <a:srgbClr val="5D6560"/>
                </a:solidFill>
                <a:latin typeface="Helvetica Neue"/>
                <a:ea typeface="Helvetica Neue"/>
                <a:cs typeface="Helvetica Neue"/>
              </a:defRPr>
            </a:lvl9pPr>
          </a:lstStyle>
          <a:p xmlns:a="http://schemas.openxmlformats.org/drawingml/2006/main">
            <a:pPr>
              <a:defRPr sz="1950" b="0">
                <a:solidFill>
                  <a:srgbClr val="5D6560"/>
                </a:solidFill>
                <a:latin typeface="Helvetica Neue"/>
                <a:ea typeface="Helvetica Neue"/>
                <a:cs typeface="Helvetica Neue"/>
              </a:defRPr>
            </a:pPr>
            <a:r>
              <a:rPr sz="1950" b="0">
                <a:solidFill>
                  <a:srgbClr val="5D6560"/>
                </a:solidFill>
                <a:latin typeface="Helvetica Neue"/>
                <a:ea typeface="Helvetica Neue"/>
                <a:cs typeface="Helvetica Neue"/>
              </a:rPr>
              <a:t>HTTPS pairing verified</a:t>
            </a:r>
          </a:p>
          <a:p xmlns:a="http://schemas.openxmlformats.org/drawingml/2006/main">
            <a:pPr>
              <a:defRPr sz="1950" b="0">
                <a:solidFill>
                  <a:srgbClr val="5D6560"/>
                </a:solidFill>
                <a:latin typeface="Helvetica Neue"/>
                <a:ea typeface="Helvetica Neue"/>
                <a:cs typeface="Helvetica Neue"/>
              </a:defRPr>
            </a:pPr>
            <a:r>
              <a:rPr sz="1950" b="0">
                <a:solidFill>
                  <a:srgbClr val="5D6560"/>
                </a:solidFill>
                <a:latin typeface="Helvetica Neue"/>
                <a:ea typeface="Helvetica Neue"/>
                <a:cs typeface="Helvetica Neue"/>
              </a:rPr>
              <a:t>Real initial frames</a:t>
            </a:r>
          </a:p>
          <a:p xmlns:a="http://schemas.openxmlformats.org/drawingml/2006/main">
            <a:pPr>
              <a:defRPr sz="1950" b="0">
                <a:solidFill>
                  <a:srgbClr val="5D6560"/>
                </a:solidFill>
                <a:latin typeface="Helvetica Neue"/>
                <a:ea typeface="Helvetica Neue"/>
                <a:cs typeface="Helvetica Neue"/>
              </a:defRPr>
            </a:pPr>
            <a:r>
              <a:rPr sz="1950" b="0">
                <a:solidFill>
                  <a:srgbClr val="5D6560"/>
                </a:solidFill>
                <a:latin typeface="Helvetica Neue"/>
                <a:ea typeface="Helvetica Neue"/>
                <a:cs typeface="Helvetica Neue"/>
              </a:rPr>
              <a:t>USB disconnect blocks</a:t>
            </a:r>
          </a:p>
          <a:p xmlns:a="http://schemas.openxmlformats.org/drawingml/2006/main">
            <a:pPr>
              <a:defRPr sz="1950" b="0">
                <a:solidFill>
                  <a:srgbClr val="5D6560"/>
                </a:solidFill>
                <a:latin typeface="Helvetica Neue"/>
                <a:ea typeface="Helvetica Neue"/>
                <a:cs typeface="Helvetica Neue"/>
              </a:defRPr>
            </a:pPr>
            <a:r>
              <a:rPr sz="1950" b="0">
                <a:solidFill>
                  <a:srgbClr val="5D6560"/>
                </a:solidFill>
                <a:latin typeface="Helvetica Neue"/>
                <a:ea typeface="Helvetica Neue"/>
                <a:cs typeface="Helvetica Neue"/>
              </a:rPr>
              <a:t>sustained capture</a:t>
            </a:r>
          </a:p>
        </p:txBody>
      </p:sp>
    </p:spTree>
    <p:extLst>
      <p:ext uri="{BB962C8B-B14F-4D97-AF65-F5344CB8AC3E}">
        <p14:creationId xmlns:p14="http://schemas.microsoft.com/office/powerpoint/2010/main" val="143014030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ext-30">
            <a:extLst xmlns:a="http://schemas.openxmlformats.org/drawingml/2006/main">
              <a:ext uri="{FF2B5EF4-FFF2-40B4-BE49-F238E27FC236}">
                <a16:creationId xmlns:a16="http://schemas.microsoft.com/office/drawing/2014/main" id="{66FE17D9-F983-417A-B91C-8F01EDFA74A7}"/>
              </a:ext>
            </a:extLst>
          </p:cNvPr>
          <p:cNvSpPr>
            <a:spLocks xmlns:a="http://schemas.openxmlformats.org/drawingml/2006/main" noGrp="1"/>
          </p:cNvSpPr>
          <p:nvPr/>
        </p:nvSpPr>
        <p:spPr>
          <a:xfrm xmlns:a="http://schemas.openxmlformats.org/drawingml/2006/main">
            <a:off x="723900" y="55245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41414"/>
                </a:solidFill>
                <a:latin typeface="Helvetica Neue"/>
                <a:ea typeface="Helvetica Neue"/>
                <a:cs typeface="Helvetica Neue"/>
              </a:defRPr>
            </a:defPPr>
            <a:lvl1pPr>
              <a:defRPr sz="3600" b="1">
                <a:solidFill>
                  <a:srgbClr val="141414"/>
                </a:solidFill>
                <a:latin typeface="Helvetica Neue"/>
                <a:ea typeface="Helvetica Neue"/>
                <a:cs typeface="Helvetica Neue"/>
              </a:defRPr>
            </a:lvl1pPr>
            <a:lvl2pPr>
              <a:defRPr sz="3600" b="1">
                <a:solidFill>
                  <a:srgbClr val="141414"/>
                </a:solidFill>
                <a:latin typeface="Helvetica Neue"/>
                <a:ea typeface="Helvetica Neue"/>
                <a:cs typeface="Helvetica Neue"/>
              </a:defRPr>
            </a:lvl2pPr>
            <a:lvl3pPr>
              <a:defRPr sz="3600" b="1">
                <a:solidFill>
                  <a:srgbClr val="141414"/>
                </a:solidFill>
                <a:latin typeface="Helvetica Neue"/>
                <a:ea typeface="Helvetica Neue"/>
                <a:cs typeface="Helvetica Neue"/>
              </a:defRPr>
            </a:lvl3pPr>
            <a:lvl4pPr>
              <a:defRPr sz="3600" b="1">
                <a:solidFill>
                  <a:srgbClr val="141414"/>
                </a:solidFill>
                <a:latin typeface="Helvetica Neue"/>
                <a:ea typeface="Helvetica Neue"/>
                <a:cs typeface="Helvetica Neue"/>
              </a:defRPr>
            </a:lvl4pPr>
            <a:lvl5pPr>
              <a:defRPr sz="3600" b="1">
                <a:solidFill>
                  <a:srgbClr val="141414"/>
                </a:solidFill>
                <a:latin typeface="Helvetica Neue"/>
                <a:ea typeface="Helvetica Neue"/>
                <a:cs typeface="Helvetica Neue"/>
              </a:defRPr>
            </a:lvl5pPr>
            <a:lvl6pPr>
              <a:defRPr sz="3600" b="1">
                <a:solidFill>
                  <a:srgbClr val="141414"/>
                </a:solidFill>
                <a:latin typeface="Helvetica Neue"/>
                <a:ea typeface="Helvetica Neue"/>
                <a:cs typeface="Helvetica Neue"/>
              </a:defRPr>
            </a:lvl6pPr>
            <a:lvl7pPr>
              <a:defRPr sz="3600" b="1">
                <a:solidFill>
                  <a:srgbClr val="141414"/>
                </a:solidFill>
                <a:latin typeface="Helvetica Neue"/>
                <a:ea typeface="Helvetica Neue"/>
                <a:cs typeface="Helvetica Neue"/>
              </a:defRPr>
            </a:lvl7pPr>
            <a:lvl8pPr>
              <a:defRPr sz="3600" b="1">
                <a:solidFill>
                  <a:srgbClr val="141414"/>
                </a:solidFill>
                <a:latin typeface="Helvetica Neue"/>
                <a:ea typeface="Helvetica Neue"/>
                <a:cs typeface="Helvetica Neue"/>
              </a:defRPr>
            </a:lvl8pPr>
            <a:lvl9pPr>
              <a:defRPr sz="3600" b="1">
                <a:solidFill>
                  <a:srgbClr val="141414"/>
                </a:solidFill>
                <a:latin typeface="Helvetica Neue"/>
                <a:ea typeface="Helvetica Neue"/>
                <a:cs typeface="Helvetica Neue"/>
              </a:defRPr>
            </a:lvl9pPr>
          </a:lstStyle>
          <a:p xmlns:a="http://schemas.openxmlformats.org/drawingml/2006/main">
            <a:pPr>
              <a:defRPr sz="3600" b="1">
                <a:solidFill>
                  <a:srgbClr val="141414"/>
                </a:solidFill>
                <a:latin typeface="Helvetica Neue"/>
                <a:ea typeface="Helvetica Neue"/>
                <a:cs typeface="Helvetica Neue"/>
              </a:defRPr>
            </a:pPr>
            <a:r>
              <a:rPr sz="3600" b="1">
                <a:solidFill>
                  <a:srgbClr val="141414"/>
                </a:solidFill>
                <a:latin typeface="Helvetica Neue"/>
                <a:ea typeface="Helvetica Neue"/>
                <a:cs typeface="Helvetica Neue"/>
              </a:rPr>
              <a:t>Timing decisions use observed evidence</a:t>
            </a:r>
          </a:p>
        </p:txBody>
      </p:sp>
      <p:sp>
        <p:nvSpPr>
          <p:cNvPr id="2" name="text-31">
            <a:extLst xmlns:a="http://schemas.openxmlformats.org/drawingml/2006/main">
              <a:ext uri="{FF2B5EF4-FFF2-40B4-BE49-F238E27FC236}">
                <a16:creationId xmlns:a16="http://schemas.microsoft.com/office/drawing/2014/main" id="{813BA882-7FC5-44D6-B3D7-DD5A815690AD}"/>
              </a:ext>
            </a:extLst>
          </p:cNvPr>
          <p:cNvSpPr>
            <a:spLocks xmlns:a="http://schemas.openxmlformats.org/drawingml/2006/main" noGrp="1"/>
          </p:cNvSpPr>
          <p:nvPr/>
        </p:nvSpPr>
        <p:spPr>
          <a:xfrm xmlns:a="http://schemas.openxmlformats.org/drawingml/2006/main">
            <a:off x="10953750" y="64008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D6560"/>
                </a:solidFill>
                <a:latin typeface="Helvetica Neue"/>
                <a:ea typeface="Helvetica Neue"/>
                <a:cs typeface="Helvetica Neue"/>
              </a:defRPr>
            </a:defPPr>
            <a:lvl1pPr algn="r">
              <a:defRPr sz="1425" b="0">
                <a:solidFill>
                  <a:srgbClr val="5D6560"/>
                </a:solidFill>
                <a:latin typeface="Helvetica Neue"/>
                <a:ea typeface="Helvetica Neue"/>
                <a:cs typeface="Helvetica Neue"/>
              </a:defRPr>
            </a:lvl1pPr>
            <a:lvl2pPr algn="r">
              <a:defRPr sz="1425" b="0">
                <a:solidFill>
                  <a:srgbClr val="5D6560"/>
                </a:solidFill>
                <a:latin typeface="Helvetica Neue"/>
                <a:ea typeface="Helvetica Neue"/>
                <a:cs typeface="Helvetica Neue"/>
              </a:defRPr>
            </a:lvl2pPr>
            <a:lvl3pPr algn="r">
              <a:defRPr sz="1425" b="0">
                <a:solidFill>
                  <a:srgbClr val="5D6560"/>
                </a:solidFill>
                <a:latin typeface="Helvetica Neue"/>
                <a:ea typeface="Helvetica Neue"/>
                <a:cs typeface="Helvetica Neue"/>
              </a:defRPr>
            </a:lvl3pPr>
            <a:lvl4pPr algn="r">
              <a:defRPr sz="1425" b="0">
                <a:solidFill>
                  <a:srgbClr val="5D6560"/>
                </a:solidFill>
                <a:latin typeface="Helvetica Neue"/>
                <a:ea typeface="Helvetica Neue"/>
                <a:cs typeface="Helvetica Neue"/>
              </a:defRPr>
            </a:lvl4pPr>
            <a:lvl5pPr algn="r">
              <a:defRPr sz="1425" b="0">
                <a:solidFill>
                  <a:srgbClr val="5D6560"/>
                </a:solidFill>
                <a:latin typeface="Helvetica Neue"/>
                <a:ea typeface="Helvetica Neue"/>
                <a:cs typeface="Helvetica Neue"/>
              </a:defRPr>
            </a:lvl5pPr>
            <a:lvl6pPr algn="r">
              <a:defRPr sz="1425" b="0">
                <a:solidFill>
                  <a:srgbClr val="5D6560"/>
                </a:solidFill>
                <a:latin typeface="Helvetica Neue"/>
                <a:ea typeface="Helvetica Neue"/>
                <a:cs typeface="Helvetica Neue"/>
              </a:defRPr>
            </a:lvl6pPr>
            <a:lvl7pPr algn="r">
              <a:defRPr sz="1425" b="0">
                <a:solidFill>
                  <a:srgbClr val="5D6560"/>
                </a:solidFill>
                <a:latin typeface="Helvetica Neue"/>
                <a:ea typeface="Helvetica Neue"/>
                <a:cs typeface="Helvetica Neue"/>
              </a:defRPr>
            </a:lvl7pPr>
            <a:lvl8pPr algn="r">
              <a:defRPr sz="1425" b="0">
                <a:solidFill>
                  <a:srgbClr val="5D6560"/>
                </a:solidFill>
                <a:latin typeface="Helvetica Neue"/>
                <a:ea typeface="Helvetica Neue"/>
                <a:cs typeface="Helvetica Neue"/>
              </a:defRPr>
            </a:lvl8pPr>
            <a:lvl9pPr algn="r">
              <a:defRPr sz="1425" b="0">
                <a:solidFill>
                  <a:srgbClr val="5D6560"/>
                </a:solidFill>
                <a:latin typeface="Helvetica Neue"/>
                <a:ea typeface="Helvetica Neue"/>
                <a:cs typeface="Helvetica Neue"/>
              </a:defRPr>
            </a:lvl9pPr>
          </a:lstStyle>
          <a:p xmlns:a="http://schemas.openxmlformats.org/drawingml/2006/main">
            <a:pPr algn="r">
              <a:defRPr sz="1425" b="0">
                <a:solidFill>
                  <a:srgbClr val="5D6560"/>
                </a:solidFill>
                <a:latin typeface="Helvetica Neue"/>
                <a:ea typeface="Helvetica Neue"/>
                <a:cs typeface="Helvetica Neue"/>
              </a:defRPr>
            </a:pPr>
            <a:r>
              <a:rPr sz="1425" b="0">
                <a:solidFill>
                  <a:srgbClr val="5D6560"/>
                </a:solidFill>
                <a:latin typeface="Helvetica Neue"/>
                <a:ea typeface="Helvetica Neue"/>
                <a:cs typeface="Helvetica Neue"/>
              </a:rPr>
              <a:t>04</a:t>
            </a:r>
          </a:p>
        </p:txBody>
      </p:sp>
      <p:sp>
        <p:nvSpPr>
          <p:cNvPr id="3" name="text-32">
            <a:extLst xmlns:a="http://schemas.openxmlformats.org/drawingml/2006/main">
              <a:ext uri="{FF2B5EF4-FFF2-40B4-BE49-F238E27FC236}">
                <a16:creationId xmlns:a16="http://schemas.microsoft.com/office/drawing/2014/main" id="{F6DDAEFD-B586-4838-8DC3-FBDA76F8C2B7}"/>
              </a:ext>
            </a:extLst>
          </p:cNvPr>
          <p:cNvSpPr>
            <a:spLocks xmlns:a="http://schemas.openxmlformats.org/drawingml/2006/main" noGrp="1"/>
          </p:cNvSpPr>
          <p:nvPr/>
        </p:nvSpPr>
        <p:spPr>
          <a:xfrm xmlns:a="http://schemas.openxmlformats.org/drawingml/2006/main">
            <a:off x="762000" y="1695450"/>
            <a:ext cx="628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216B49"/>
                </a:solidFill>
                <a:latin typeface="Helvetica Neue"/>
                <a:ea typeface="Helvetica Neue"/>
                <a:cs typeface="Helvetica Neue"/>
              </a:defRPr>
            </a:defPPr>
            <a:lvl1pPr>
              <a:defRPr sz="1800" b="1">
                <a:solidFill>
                  <a:srgbClr val="216B49"/>
                </a:solidFill>
                <a:latin typeface="Helvetica Neue"/>
                <a:ea typeface="Helvetica Neue"/>
                <a:cs typeface="Helvetica Neue"/>
              </a:defRPr>
            </a:lvl1pPr>
            <a:lvl2pPr>
              <a:defRPr sz="1800" b="1">
                <a:solidFill>
                  <a:srgbClr val="216B49"/>
                </a:solidFill>
                <a:latin typeface="Helvetica Neue"/>
                <a:ea typeface="Helvetica Neue"/>
                <a:cs typeface="Helvetica Neue"/>
              </a:defRPr>
            </a:lvl2pPr>
            <a:lvl3pPr>
              <a:defRPr sz="1800" b="1">
                <a:solidFill>
                  <a:srgbClr val="216B49"/>
                </a:solidFill>
                <a:latin typeface="Helvetica Neue"/>
                <a:ea typeface="Helvetica Neue"/>
                <a:cs typeface="Helvetica Neue"/>
              </a:defRPr>
            </a:lvl3pPr>
            <a:lvl4pPr>
              <a:defRPr sz="1800" b="1">
                <a:solidFill>
                  <a:srgbClr val="216B49"/>
                </a:solidFill>
                <a:latin typeface="Helvetica Neue"/>
                <a:ea typeface="Helvetica Neue"/>
                <a:cs typeface="Helvetica Neue"/>
              </a:defRPr>
            </a:lvl4pPr>
            <a:lvl5pPr>
              <a:defRPr sz="1800" b="1">
                <a:solidFill>
                  <a:srgbClr val="216B49"/>
                </a:solidFill>
                <a:latin typeface="Helvetica Neue"/>
                <a:ea typeface="Helvetica Neue"/>
                <a:cs typeface="Helvetica Neue"/>
              </a:defRPr>
            </a:lvl5pPr>
            <a:lvl6pPr>
              <a:defRPr sz="1800" b="1">
                <a:solidFill>
                  <a:srgbClr val="216B49"/>
                </a:solidFill>
                <a:latin typeface="Helvetica Neue"/>
                <a:ea typeface="Helvetica Neue"/>
                <a:cs typeface="Helvetica Neue"/>
              </a:defRPr>
            </a:lvl6pPr>
            <a:lvl7pPr>
              <a:defRPr sz="1800" b="1">
                <a:solidFill>
                  <a:srgbClr val="216B49"/>
                </a:solidFill>
                <a:latin typeface="Helvetica Neue"/>
                <a:ea typeface="Helvetica Neue"/>
                <a:cs typeface="Helvetica Neue"/>
              </a:defRPr>
            </a:lvl7pPr>
            <a:lvl8pPr>
              <a:defRPr sz="1800" b="1">
                <a:solidFill>
                  <a:srgbClr val="216B49"/>
                </a:solidFill>
                <a:latin typeface="Helvetica Neue"/>
                <a:ea typeface="Helvetica Neue"/>
                <a:cs typeface="Helvetica Neue"/>
              </a:defRPr>
            </a:lvl8pPr>
            <a:lvl9pPr>
              <a:defRPr sz="1800" b="1">
                <a:solidFill>
                  <a:srgbClr val="216B49"/>
                </a:solidFill>
                <a:latin typeface="Helvetica Neue"/>
                <a:ea typeface="Helvetica Neue"/>
                <a:cs typeface="Helvetica Neue"/>
              </a:defRPr>
            </a:lvl9pPr>
          </a:lstStyle>
          <a:p xmlns:a="http://schemas.openxmlformats.org/drawingml/2006/main">
            <a:pPr>
              <a:defRPr sz="1800" b="1">
                <a:solidFill>
                  <a:srgbClr val="216B49"/>
                </a:solidFill>
                <a:latin typeface="Helvetica Neue"/>
                <a:ea typeface="Helvetica Neue"/>
                <a:cs typeface="Helvetica Neue"/>
              </a:defRPr>
            </a:pPr>
            <a:r>
              <a:rPr sz="1800" b="1">
                <a:solidFill>
                  <a:srgbClr val="216B49"/>
                </a:solidFill>
                <a:latin typeface="Helvetica Neue"/>
                <a:ea typeface="Helvetica Neue"/>
                <a:cs typeface="Helvetica Neue"/>
              </a:rPr>
              <a:t>Complete cycles count</a:t>
            </a:r>
          </a:p>
        </p:txBody>
      </p:sp>
      <p:sp>
        <p:nvSpPr>
          <p:cNvPr id="4" name="text-33">
            <a:extLst xmlns:a="http://schemas.openxmlformats.org/drawingml/2006/main">
              <a:ext uri="{FF2B5EF4-FFF2-40B4-BE49-F238E27FC236}">
                <a16:creationId xmlns:a16="http://schemas.microsoft.com/office/drawing/2014/main" id="{C39E6971-9CE3-4A8A-AB35-9ADF56B038D0}"/>
              </a:ext>
            </a:extLst>
          </p:cNvPr>
          <p:cNvSpPr>
            <a:spLocks xmlns:a="http://schemas.openxmlformats.org/drawingml/2006/main" noGrp="1"/>
          </p:cNvSpPr>
          <p:nvPr/>
        </p:nvSpPr>
        <p:spPr>
          <a:xfrm xmlns:a="http://schemas.openxmlformats.org/drawingml/2006/main">
            <a:off x="762000" y="2085975"/>
            <a:ext cx="638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D6560"/>
                </a:solidFill>
                <a:latin typeface="Helvetica Neue"/>
                <a:ea typeface="Helvetica Neue"/>
                <a:cs typeface="Helvetica Neue"/>
              </a:defRPr>
            </a:defPPr>
            <a:lvl1pPr>
              <a:defRPr sz="2025" b="0">
                <a:solidFill>
                  <a:srgbClr val="5D6560"/>
                </a:solidFill>
                <a:latin typeface="Helvetica Neue"/>
                <a:ea typeface="Helvetica Neue"/>
                <a:cs typeface="Helvetica Neue"/>
              </a:defRPr>
            </a:lvl1pPr>
            <a:lvl2pPr>
              <a:defRPr sz="2025" b="0">
                <a:solidFill>
                  <a:srgbClr val="5D6560"/>
                </a:solidFill>
                <a:latin typeface="Helvetica Neue"/>
                <a:ea typeface="Helvetica Neue"/>
                <a:cs typeface="Helvetica Neue"/>
              </a:defRPr>
            </a:lvl2pPr>
            <a:lvl3pPr>
              <a:defRPr sz="2025" b="0">
                <a:solidFill>
                  <a:srgbClr val="5D6560"/>
                </a:solidFill>
                <a:latin typeface="Helvetica Neue"/>
                <a:ea typeface="Helvetica Neue"/>
                <a:cs typeface="Helvetica Neue"/>
              </a:defRPr>
            </a:lvl3pPr>
            <a:lvl4pPr>
              <a:defRPr sz="2025" b="0">
                <a:solidFill>
                  <a:srgbClr val="5D6560"/>
                </a:solidFill>
                <a:latin typeface="Helvetica Neue"/>
                <a:ea typeface="Helvetica Neue"/>
                <a:cs typeface="Helvetica Neue"/>
              </a:defRPr>
            </a:lvl4pPr>
            <a:lvl5pPr>
              <a:defRPr sz="2025" b="0">
                <a:solidFill>
                  <a:srgbClr val="5D6560"/>
                </a:solidFill>
                <a:latin typeface="Helvetica Neue"/>
                <a:ea typeface="Helvetica Neue"/>
                <a:cs typeface="Helvetica Neue"/>
              </a:defRPr>
            </a:lvl5pPr>
            <a:lvl6pPr>
              <a:defRPr sz="2025" b="0">
                <a:solidFill>
                  <a:srgbClr val="5D6560"/>
                </a:solidFill>
                <a:latin typeface="Helvetica Neue"/>
                <a:ea typeface="Helvetica Neue"/>
                <a:cs typeface="Helvetica Neue"/>
              </a:defRPr>
            </a:lvl6pPr>
            <a:lvl7pPr>
              <a:defRPr sz="2025" b="0">
                <a:solidFill>
                  <a:srgbClr val="5D6560"/>
                </a:solidFill>
                <a:latin typeface="Helvetica Neue"/>
                <a:ea typeface="Helvetica Neue"/>
                <a:cs typeface="Helvetica Neue"/>
              </a:defRPr>
            </a:lvl7pPr>
            <a:lvl8pPr>
              <a:defRPr sz="2025" b="0">
                <a:solidFill>
                  <a:srgbClr val="5D6560"/>
                </a:solidFill>
                <a:latin typeface="Helvetica Neue"/>
                <a:ea typeface="Helvetica Neue"/>
                <a:cs typeface="Helvetica Neue"/>
              </a:defRPr>
            </a:lvl8pPr>
            <a:lvl9pPr>
              <a:defRPr sz="2025" b="0">
                <a:solidFill>
                  <a:srgbClr val="5D6560"/>
                </a:solidFill>
                <a:latin typeface="Helvetica Neue"/>
                <a:ea typeface="Helvetica Neue"/>
                <a:cs typeface="Helvetica Neue"/>
              </a:defRPr>
            </a:lvl9pPr>
          </a:lstStyle>
          <a:p xmlns:a="http://schemas.openxmlformats.org/drawingml/2006/main">
            <a:pPr>
              <a:defRPr sz="2025" b="0">
                <a:solidFill>
                  <a:srgbClr val="5D6560"/>
                </a:solidFill>
                <a:latin typeface="Helvetica Neue"/>
                <a:ea typeface="Helvetica Neue"/>
                <a:cs typeface="Helvetica Neue"/>
              </a:defRPr>
            </a:pPr>
            <a:r>
              <a:rPr sz="2025" b="0">
                <a:solidFill>
                  <a:srgbClr val="5D6560"/>
                </a:solidFill>
                <a:latin typeface="Helvetica Neue"/>
                <a:ea typeface="Helvetica Neue"/>
                <a:cs typeface="Helvetica Neue"/>
              </a:rPr>
              <a:t>Top, bottom, then top. A gap above 0.75s resets movement.</a:t>
            </a:r>
          </a:p>
        </p:txBody>
      </p:sp>
      <p:sp>
        <p:nvSpPr>
          <p:cNvPr id="5" name="text-34">
            <a:extLst xmlns:a="http://schemas.openxmlformats.org/drawingml/2006/main">
              <a:ext uri="{FF2B5EF4-FFF2-40B4-BE49-F238E27FC236}">
                <a16:creationId xmlns:a16="http://schemas.microsoft.com/office/drawing/2014/main" id="{F72AB9E1-E45D-42DA-8871-46BE4FBC793A}"/>
              </a:ext>
            </a:extLst>
          </p:cNvPr>
          <p:cNvSpPr>
            <a:spLocks xmlns:a="http://schemas.openxmlformats.org/drawingml/2006/main" noGrp="1"/>
          </p:cNvSpPr>
          <p:nvPr/>
        </p:nvSpPr>
        <p:spPr>
          <a:xfrm xmlns:a="http://schemas.openxmlformats.org/drawingml/2006/main">
            <a:off x="762000" y="2828925"/>
            <a:ext cx="628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216B49"/>
                </a:solidFill>
                <a:latin typeface="Helvetica Neue"/>
                <a:ea typeface="Helvetica Neue"/>
                <a:cs typeface="Helvetica Neue"/>
              </a:defRPr>
            </a:defPPr>
            <a:lvl1pPr>
              <a:defRPr sz="1800" b="1">
                <a:solidFill>
                  <a:srgbClr val="216B49"/>
                </a:solidFill>
                <a:latin typeface="Helvetica Neue"/>
                <a:ea typeface="Helvetica Neue"/>
                <a:cs typeface="Helvetica Neue"/>
              </a:defRPr>
            </a:lvl1pPr>
            <a:lvl2pPr>
              <a:defRPr sz="1800" b="1">
                <a:solidFill>
                  <a:srgbClr val="216B49"/>
                </a:solidFill>
                <a:latin typeface="Helvetica Neue"/>
                <a:ea typeface="Helvetica Neue"/>
                <a:cs typeface="Helvetica Neue"/>
              </a:defRPr>
            </a:lvl2pPr>
            <a:lvl3pPr>
              <a:defRPr sz="1800" b="1">
                <a:solidFill>
                  <a:srgbClr val="216B49"/>
                </a:solidFill>
                <a:latin typeface="Helvetica Neue"/>
                <a:ea typeface="Helvetica Neue"/>
                <a:cs typeface="Helvetica Neue"/>
              </a:defRPr>
            </a:lvl3pPr>
            <a:lvl4pPr>
              <a:defRPr sz="1800" b="1">
                <a:solidFill>
                  <a:srgbClr val="216B49"/>
                </a:solidFill>
                <a:latin typeface="Helvetica Neue"/>
                <a:ea typeface="Helvetica Neue"/>
                <a:cs typeface="Helvetica Neue"/>
              </a:defRPr>
            </a:lvl4pPr>
            <a:lvl5pPr>
              <a:defRPr sz="1800" b="1">
                <a:solidFill>
                  <a:srgbClr val="216B49"/>
                </a:solidFill>
                <a:latin typeface="Helvetica Neue"/>
                <a:ea typeface="Helvetica Neue"/>
                <a:cs typeface="Helvetica Neue"/>
              </a:defRPr>
            </a:lvl5pPr>
            <a:lvl6pPr>
              <a:defRPr sz="1800" b="1">
                <a:solidFill>
                  <a:srgbClr val="216B49"/>
                </a:solidFill>
                <a:latin typeface="Helvetica Neue"/>
                <a:ea typeface="Helvetica Neue"/>
                <a:cs typeface="Helvetica Neue"/>
              </a:defRPr>
            </a:lvl6pPr>
            <a:lvl7pPr>
              <a:defRPr sz="1800" b="1">
                <a:solidFill>
                  <a:srgbClr val="216B49"/>
                </a:solidFill>
                <a:latin typeface="Helvetica Neue"/>
                <a:ea typeface="Helvetica Neue"/>
                <a:cs typeface="Helvetica Neue"/>
              </a:defRPr>
            </a:lvl7pPr>
            <a:lvl8pPr>
              <a:defRPr sz="1800" b="1">
                <a:solidFill>
                  <a:srgbClr val="216B49"/>
                </a:solidFill>
                <a:latin typeface="Helvetica Neue"/>
                <a:ea typeface="Helvetica Neue"/>
                <a:cs typeface="Helvetica Neue"/>
              </a:defRPr>
            </a:lvl8pPr>
            <a:lvl9pPr>
              <a:defRPr sz="1800" b="1">
                <a:solidFill>
                  <a:srgbClr val="216B49"/>
                </a:solidFill>
                <a:latin typeface="Helvetica Neue"/>
                <a:ea typeface="Helvetica Neue"/>
                <a:cs typeface="Helvetica Neue"/>
              </a:defRPr>
            </a:lvl9pPr>
          </a:lstStyle>
          <a:p xmlns:a="http://schemas.openxmlformats.org/drawingml/2006/main">
            <a:pPr>
              <a:defRPr sz="1800" b="1">
                <a:solidFill>
                  <a:srgbClr val="216B49"/>
                </a:solidFill>
                <a:latin typeface="Helvetica Neue"/>
                <a:ea typeface="Helvetica Neue"/>
                <a:cs typeface="Helvetica Neue"/>
              </a:defRPr>
            </a:pPr>
            <a:r>
              <a:rPr sz="1800" b="1">
                <a:solidFill>
                  <a:srgbClr val="216B49"/>
                </a:solidFill>
                <a:latin typeface="Helvetica Neue"/>
                <a:ea typeface="Helvetica Neue"/>
                <a:cs typeface="Helvetica Neue"/>
              </a:rPr>
              <a:t>Pacing uses prior reps</a:t>
            </a:r>
          </a:p>
        </p:txBody>
      </p:sp>
      <p:sp>
        <p:nvSpPr>
          <p:cNvPr id="6" name="text-35">
            <a:extLst xmlns:a="http://schemas.openxmlformats.org/drawingml/2006/main">
              <a:ext uri="{FF2B5EF4-FFF2-40B4-BE49-F238E27FC236}">
                <a16:creationId xmlns:a16="http://schemas.microsoft.com/office/drawing/2014/main" id="{A2A3FCE5-E508-4F63-B8C9-B187387C28FE}"/>
              </a:ext>
            </a:extLst>
          </p:cNvPr>
          <p:cNvSpPr>
            <a:spLocks xmlns:a="http://schemas.openxmlformats.org/drawingml/2006/main" noGrp="1"/>
          </p:cNvSpPr>
          <p:nvPr/>
        </p:nvSpPr>
        <p:spPr>
          <a:xfrm xmlns:a="http://schemas.openxmlformats.org/drawingml/2006/main">
            <a:off x="762000" y="3219450"/>
            <a:ext cx="638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D6560"/>
                </a:solidFill>
                <a:latin typeface="Helvetica Neue"/>
                <a:ea typeface="Helvetica Neue"/>
                <a:cs typeface="Helvetica Neue"/>
              </a:defRPr>
            </a:defPPr>
            <a:lvl1pPr>
              <a:defRPr sz="2025" b="0">
                <a:solidFill>
                  <a:srgbClr val="5D6560"/>
                </a:solidFill>
                <a:latin typeface="Helvetica Neue"/>
                <a:ea typeface="Helvetica Neue"/>
                <a:cs typeface="Helvetica Neue"/>
              </a:defRPr>
            </a:lvl1pPr>
            <a:lvl2pPr>
              <a:defRPr sz="2025" b="0">
                <a:solidFill>
                  <a:srgbClr val="5D6560"/>
                </a:solidFill>
                <a:latin typeface="Helvetica Neue"/>
                <a:ea typeface="Helvetica Neue"/>
                <a:cs typeface="Helvetica Neue"/>
              </a:defRPr>
            </a:lvl2pPr>
            <a:lvl3pPr>
              <a:defRPr sz="2025" b="0">
                <a:solidFill>
                  <a:srgbClr val="5D6560"/>
                </a:solidFill>
                <a:latin typeface="Helvetica Neue"/>
                <a:ea typeface="Helvetica Neue"/>
                <a:cs typeface="Helvetica Neue"/>
              </a:defRPr>
            </a:lvl3pPr>
            <a:lvl4pPr>
              <a:defRPr sz="2025" b="0">
                <a:solidFill>
                  <a:srgbClr val="5D6560"/>
                </a:solidFill>
                <a:latin typeface="Helvetica Neue"/>
                <a:ea typeface="Helvetica Neue"/>
                <a:cs typeface="Helvetica Neue"/>
              </a:defRPr>
            </a:lvl4pPr>
            <a:lvl5pPr>
              <a:defRPr sz="2025" b="0">
                <a:solidFill>
                  <a:srgbClr val="5D6560"/>
                </a:solidFill>
                <a:latin typeface="Helvetica Neue"/>
                <a:ea typeface="Helvetica Neue"/>
                <a:cs typeface="Helvetica Neue"/>
              </a:defRPr>
            </a:lvl5pPr>
            <a:lvl6pPr>
              <a:defRPr sz="2025" b="0">
                <a:solidFill>
                  <a:srgbClr val="5D6560"/>
                </a:solidFill>
                <a:latin typeface="Helvetica Neue"/>
                <a:ea typeface="Helvetica Neue"/>
                <a:cs typeface="Helvetica Neue"/>
              </a:defRPr>
            </a:lvl6pPr>
            <a:lvl7pPr>
              <a:defRPr sz="2025" b="0">
                <a:solidFill>
                  <a:srgbClr val="5D6560"/>
                </a:solidFill>
                <a:latin typeface="Helvetica Neue"/>
                <a:ea typeface="Helvetica Neue"/>
                <a:cs typeface="Helvetica Neue"/>
              </a:defRPr>
            </a:lvl7pPr>
            <a:lvl8pPr>
              <a:defRPr sz="2025" b="0">
                <a:solidFill>
                  <a:srgbClr val="5D6560"/>
                </a:solidFill>
                <a:latin typeface="Helvetica Neue"/>
                <a:ea typeface="Helvetica Neue"/>
                <a:cs typeface="Helvetica Neue"/>
              </a:defRPr>
            </a:lvl8pPr>
            <a:lvl9pPr>
              <a:defRPr sz="2025" b="0">
                <a:solidFill>
                  <a:srgbClr val="5D6560"/>
                </a:solidFill>
                <a:latin typeface="Helvetica Neue"/>
                <a:ea typeface="Helvetica Neue"/>
                <a:cs typeface="Helvetica Neue"/>
              </a:defRPr>
            </a:lvl9pPr>
          </a:lstStyle>
          <a:p xmlns:a="http://schemas.openxmlformats.org/drawingml/2006/main">
            <a:pPr>
              <a:defRPr sz="2025" b="0">
                <a:solidFill>
                  <a:srgbClr val="5D6560"/>
                </a:solidFill>
                <a:latin typeface="Helvetica Neue"/>
                <a:ea typeface="Helvetica Neue"/>
                <a:cs typeface="Helvetica Neue"/>
              </a:defRPr>
            </a:pPr>
            <a:r>
              <a:rPr sz="2025" b="0">
                <a:solidFill>
                  <a:srgbClr val="5D6560"/>
                </a:solidFill>
                <a:latin typeface="Helvetica Neue"/>
                <a:ea typeface="Helvetica Neue"/>
                <a:cs typeface="Helvetica Neue"/>
              </a:rPr>
              <a:t>After five valid reps, flag duration above</a:t>
            </a:r>
          </a:p>
          <a:p xmlns:a="http://schemas.openxmlformats.org/drawingml/2006/main">
            <a:pPr>
              <a:defRPr sz="2025" b="0">
                <a:solidFill>
                  <a:srgbClr val="5D6560"/>
                </a:solidFill>
                <a:latin typeface="Helvetica Neue"/>
                <a:ea typeface="Helvetica Neue"/>
                <a:cs typeface="Helvetica Neue"/>
              </a:defRPr>
            </a:pPr>
            <a:r>
              <a:rPr sz="2025" b="0">
                <a:solidFill>
                  <a:srgbClr val="5D6560"/>
                </a:solidFill>
                <a:latin typeface="Helvetica Neue"/>
                <a:ea typeface="Helvetica Neue"/>
                <a:cs typeface="Helvetica Neue"/>
              </a:rPr>
              <a:t>mean + max(sample SD, 0.25s).</a:t>
            </a:r>
          </a:p>
        </p:txBody>
      </p:sp>
      <p:sp>
        <p:nvSpPr>
          <p:cNvPr id="7" name="text-36">
            <a:extLst xmlns:a="http://schemas.openxmlformats.org/drawingml/2006/main">
              <a:ext uri="{FF2B5EF4-FFF2-40B4-BE49-F238E27FC236}">
                <a16:creationId xmlns:a16="http://schemas.microsoft.com/office/drawing/2014/main" id="{C0BB8BF8-C7B9-44F2-A938-ADCB660B0D13}"/>
              </a:ext>
            </a:extLst>
          </p:cNvPr>
          <p:cNvSpPr>
            <a:spLocks xmlns:a="http://schemas.openxmlformats.org/drawingml/2006/main" noGrp="1"/>
          </p:cNvSpPr>
          <p:nvPr/>
        </p:nvSpPr>
        <p:spPr>
          <a:xfrm xmlns:a="http://schemas.openxmlformats.org/drawingml/2006/main">
            <a:off x="762000" y="3962400"/>
            <a:ext cx="628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216B49"/>
                </a:solidFill>
                <a:latin typeface="Helvetica Neue"/>
                <a:ea typeface="Helvetica Neue"/>
                <a:cs typeface="Helvetica Neue"/>
              </a:defRPr>
            </a:defPPr>
            <a:lvl1pPr>
              <a:defRPr sz="1800" b="1">
                <a:solidFill>
                  <a:srgbClr val="216B49"/>
                </a:solidFill>
                <a:latin typeface="Helvetica Neue"/>
                <a:ea typeface="Helvetica Neue"/>
                <a:cs typeface="Helvetica Neue"/>
              </a:defRPr>
            </a:lvl1pPr>
            <a:lvl2pPr>
              <a:defRPr sz="1800" b="1">
                <a:solidFill>
                  <a:srgbClr val="216B49"/>
                </a:solidFill>
                <a:latin typeface="Helvetica Neue"/>
                <a:ea typeface="Helvetica Neue"/>
                <a:cs typeface="Helvetica Neue"/>
              </a:defRPr>
            </a:lvl2pPr>
            <a:lvl3pPr>
              <a:defRPr sz="1800" b="1">
                <a:solidFill>
                  <a:srgbClr val="216B49"/>
                </a:solidFill>
                <a:latin typeface="Helvetica Neue"/>
                <a:ea typeface="Helvetica Neue"/>
                <a:cs typeface="Helvetica Neue"/>
              </a:defRPr>
            </a:lvl3pPr>
            <a:lvl4pPr>
              <a:defRPr sz="1800" b="1">
                <a:solidFill>
                  <a:srgbClr val="216B49"/>
                </a:solidFill>
                <a:latin typeface="Helvetica Neue"/>
                <a:ea typeface="Helvetica Neue"/>
                <a:cs typeface="Helvetica Neue"/>
              </a:defRPr>
            </a:lvl4pPr>
            <a:lvl5pPr>
              <a:defRPr sz="1800" b="1">
                <a:solidFill>
                  <a:srgbClr val="216B49"/>
                </a:solidFill>
                <a:latin typeface="Helvetica Neue"/>
                <a:ea typeface="Helvetica Neue"/>
                <a:cs typeface="Helvetica Neue"/>
              </a:defRPr>
            </a:lvl5pPr>
            <a:lvl6pPr>
              <a:defRPr sz="1800" b="1">
                <a:solidFill>
                  <a:srgbClr val="216B49"/>
                </a:solidFill>
                <a:latin typeface="Helvetica Neue"/>
                <a:ea typeface="Helvetica Neue"/>
                <a:cs typeface="Helvetica Neue"/>
              </a:defRPr>
            </a:lvl6pPr>
            <a:lvl7pPr>
              <a:defRPr sz="1800" b="1">
                <a:solidFill>
                  <a:srgbClr val="216B49"/>
                </a:solidFill>
                <a:latin typeface="Helvetica Neue"/>
                <a:ea typeface="Helvetica Neue"/>
                <a:cs typeface="Helvetica Neue"/>
              </a:defRPr>
            </a:lvl7pPr>
            <a:lvl8pPr>
              <a:defRPr sz="1800" b="1">
                <a:solidFill>
                  <a:srgbClr val="216B49"/>
                </a:solidFill>
                <a:latin typeface="Helvetica Neue"/>
                <a:ea typeface="Helvetica Neue"/>
                <a:cs typeface="Helvetica Neue"/>
              </a:defRPr>
            </a:lvl8pPr>
            <a:lvl9pPr>
              <a:defRPr sz="1800" b="1">
                <a:solidFill>
                  <a:srgbClr val="216B49"/>
                </a:solidFill>
                <a:latin typeface="Helvetica Neue"/>
                <a:ea typeface="Helvetica Neue"/>
                <a:cs typeface="Helvetica Neue"/>
              </a:defRPr>
            </a:lvl9pPr>
          </a:lstStyle>
          <a:p xmlns:a="http://schemas.openxmlformats.org/drawingml/2006/main">
            <a:pPr>
              <a:defRPr sz="1800" b="1">
                <a:solidFill>
                  <a:srgbClr val="216B49"/>
                </a:solidFill>
                <a:latin typeface="Helvetica Neue"/>
                <a:ea typeface="Helvetica Neue"/>
                <a:cs typeface="Helvetica Neue"/>
              </a:defRPr>
            </a:pPr>
            <a:r>
              <a:rPr sz="1800" b="1">
                <a:solidFill>
                  <a:srgbClr val="216B49"/>
                </a:solidFill>
                <a:latin typeface="Helvetica Neue"/>
                <a:ea typeface="Helvetica Neue"/>
                <a:cs typeface="Helvetica Neue"/>
              </a:rPr>
              <a:t>Stop takes priority</a:t>
            </a:r>
          </a:p>
        </p:txBody>
      </p:sp>
      <p:sp>
        <p:nvSpPr>
          <p:cNvPr id="8" name="text-37">
            <a:extLst xmlns:a="http://schemas.openxmlformats.org/drawingml/2006/main">
              <a:ext uri="{FF2B5EF4-FFF2-40B4-BE49-F238E27FC236}">
                <a16:creationId xmlns:a16="http://schemas.microsoft.com/office/drawing/2014/main" id="{5E0133B5-6A3F-4AC5-ADC7-4C819900BC63}"/>
              </a:ext>
            </a:extLst>
          </p:cNvPr>
          <p:cNvSpPr>
            <a:spLocks xmlns:a="http://schemas.openxmlformats.org/drawingml/2006/main" noGrp="1"/>
          </p:cNvSpPr>
          <p:nvPr/>
        </p:nvSpPr>
        <p:spPr>
          <a:xfrm xmlns:a="http://schemas.openxmlformats.org/drawingml/2006/main">
            <a:off x="762000" y="4352925"/>
            <a:ext cx="638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D6560"/>
                </a:solidFill>
                <a:latin typeface="Helvetica Neue"/>
                <a:ea typeface="Helvetica Neue"/>
                <a:cs typeface="Helvetica Neue"/>
              </a:defRPr>
            </a:defPPr>
            <a:lvl1pPr>
              <a:defRPr sz="2025" b="0">
                <a:solidFill>
                  <a:srgbClr val="5D6560"/>
                </a:solidFill>
                <a:latin typeface="Helvetica Neue"/>
                <a:ea typeface="Helvetica Neue"/>
                <a:cs typeface="Helvetica Neue"/>
              </a:defRPr>
            </a:lvl1pPr>
            <a:lvl2pPr>
              <a:defRPr sz="2025" b="0">
                <a:solidFill>
                  <a:srgbClr val="5D6560"/>
                </a:solidFill>
                <a:latin typeface="Helvetica Neue"/>
                <a:ea typeface="Helvetica Neue"/>
                <a:cs typeface="Helvetica Neue"/>
              </a:defRPr>
            </a:lvl2pPr>
            <a:lvl3pPr>
              <a:defRPr sz="2025" b="0">
                <a:solidFill>
                  <a:srgbClr val="5D6560"/>
                </a:solidFill>
                <a:latin typeface="Helvetica Neue"/>
                <a:ea typeface="Helvetica Neue"/>
                <a:cs typeface="Helvetica Neue"/>
              </a:defRPr>
            </a:lvl3pPr>
            <a:lvl4pPr>
              <a:defRPr sz="2025" b="0">
                <a:solidFill>
                  <a:srgbClr val="5D6560"/>
                </a:solidFill>
                <a:latin typeface="Helvetica Neue"/>
                <a:ea typeface="Helvetica Neue"/>
                <a:cs typeface="Helvetica Neue"/>
              </a:defRPr>
            </a:lvl4pPr>
            <a:lvl5pPr>
              <a:defRPr sz="2025" b="0">
                <a:solidFill>
                  <a:srgbClr val="5D6560"/>
                </a:solidFill>
                <a:latin typeface="Helvetica Neue"/>
                <a:ea typeface="Helvetica Neue"/>
                <a:cs typeface="Helvetica Neue"/>
              </a:defRPr>
            </a:lvl5pPr>
            <a:lvl6pPr>
              <a:defRPr sz="2025" b="0">
                <a:solidFill>
                  <a:srgbClr val="5D6560"/>
                </a:solidFill>
                <a:latin typeface="Helvetica Neue"/>
                <a:ea typeface="Helvetica Neue"/>
                <a:cs typeface="Helvetica Neue"/>
              </a:defRPr>
            </a:lvl6pPr>
            <a:lvl7pPr>
              <a:defRPr sz="2025" b="0">
                <a:solidFill>
                  <a:srgbClr val="5D6560"/>
                </a:solidFill>
                <a:latin typeface="Helvetica Neue"/>
                <a:ea typeface="Helvetica Neue"/>
                <a:cs typeface="Helvetica Neue"/>
              </a:defRPr>
            </a:lvl7pPr>
            <a:lvl8pPr>
              <a:defRPr sz="2025" b="0">
                <a:solidFill>
                  <a:srgbClr val="5D6560"/>
                </a:solidFill>
                <a:latin typeface="Helvetica Neue"/>
                <a:ea typeface="Helvetica Neue"/>
                <a:cs typeface="Helvetica Neue"/>
              </a:defRPr>
            </a:lvl8pPr>
            <a:lvl9pPr>
              <a:defRPr sz="2025" b="0">
                <a:solidFill>
                  <a:srgbClr val="5D6560"/>
                </a:solidFill>
                <a:latin typeface="Helvetica Neue"/>
                <a:ea typeface="Helvetica Neue"/>
                <a:cs typeface="Helvetica Neue"/>
              </a:defRPr>
            </a:lvl9pPr>
          </a:lstStyle>
          <a:p xmlns:a="http://schemas.openxmlformats.org/drawingml/2006/main">
            <a:pPr>
              <a:defRPr sz="2025" b="0">
                <a:solidFill>
                  <a:srgbClr val="5D6560"/>
                </a:solidFill>
                <a:latin typeface="Helvetica Neue"/>
                <a:ea typeface="Helvetica Neue"/>
                <a:cs typeface="Helvetica Neue"/>
              </a:defRPr>
            </a:pPr>
            <a:r>
              <a:rPr sz="2025" b="0">
                <a:solidFill>
                  <a:srgbClr val="5D6560"/>
                </a:solidFill>
                <a:latin typeface="Helvetica Neue"/>
                <a:ea typeface="Helvetica Neue"/>
                <a:cs typeface="Helvetica Neue"/>
              </a:rPr>
              <a:t>Reported discomfort overrides ordinary cues.</a:t>
            </a:r>
          </a:p>
          <a:p xmlns:a="http://schemas.openxmlformats.org/drawingml/2006/main">
            <a:pPr>
              <a:defRPr sz="2025" b="0">
                <a:solidFill>
                  <a:srgbClr val="5D6560"/>
                </a:solidFill>
                <a:latin typeface="Helvetica Neue"/>
                <a:ea typeface="Helvetica Neue"/>
                <a:cs typeface="Helvetica Neue"/>
              </a:defRPr>
            </a:pPr>
            <a:r>
              <a:rPr sz="2025" b="0">
                <a:solidFill>
                  <a:srgbClr val="5D6560"/>
                </a:solidFill>
                <a:latin typeface="Helvetica Neue"/>
                <a:ea typeface="Helvetica Neue"/>
                <a:cs typeface="Helvetica Neue"/>
              </a:rPr>
              <a:t>Pause and end cancel speech and old cues.</a:t>
            </a:r>
          </a:p>
        </p:txBody>
      </p:sp>
      <p:sp>
        <p:nvSpPr>
          <p:cNvPr id="9" name="text-38">
            <a:extLst xmlns:a="http://schemas.openxmlformats.org/drawingml/2006/main">
              <a:ext uri="{FF2B5EF4-FFF2-40B4-BE49-F238E27FC236}">
                <a16:creationId xmlns:a16="http://schemas.microsoft.com/office/drawing/2014/main" id="{4FD2820F-99D5-4AA2-9BD4-CE45C8E7513E}"/>
              </a:ext>
            </a:extLst>
          </p:cNvPr>
          <p:cNvSpPr>
            <a:spLocks xmlns:a="http://schemas.openxmlformats.org/drawingml/2006/main" noGrp="1"/>
          </p:cNvSpPr>
          <p:nvPr/>
        </p:nvSpPr>
        <p:spPr>
          <a:xfrm xmlns:a="http://schemas.openxmlformats.org/drawingml/2006/main">
            <a:off x="762000" y="5095875"/>
            <a:ext cx="628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216B49"/>
                </a:solidFill>
                <a:latin typeface="Helvetica Neue"/>
                <a:ea typeface="Helvetica Neue"/>
                <a:cs typeface="Helvetica Neue"/>
              </a:defRPr>
            </a:defPPr>
            <a:lvl1pPr>
              <a:defRPr sz="1800" b="1">
                <a:solidFill>
                  <a:srgbClr val="216B49"/>
                </a:solidFill>
                <a:latin typeface="Helvetica Neue"/>
                <a:ea typeface="Helvetica Neue"/>
                <a:cs typeface="Helvetica Neue"/>
              </a:defRPr>
            </a:lvl1pPr>
            <a:lvl2pPr>
              <a:defRPr sz="1800" b="1">
                <a:solidFill>
                  <a:srgbClr val="216B49"/>
                </a:solidFill>
                <a:latin typeface="Helvetica Neue"/>
                <a:ea typeface="Helvetica Neue"/>
                <a:cs typeface="Helvetica Neue"/>
              </a:defRPr>
            </a:lvl2pPr>
            <a:lvl3pPr>
              <a:defRPr sz="1800" b="1">
                <a:solidFill>
                  <a:srgbClr val="216B49"/>
                </a:solidFill>
                <a:latin typeface="Helvetica Neue"/>
                <a:ea typeface="Helvetica Neue"/>
                <a:cs typeface="Helvetica Neue"/>
              </a:defRPr>
            </a:lvl3pPr>
            <a:lvl4pPr>
              <a:defRPr sz="1800" b="1">
                <a:solidFill>
                  <a:srgbClr val="216B49"/>
                </a:solidFill>
                <a:latin typeface="Helvetica Neue"/>
                <a:ea typeface="Helvetica Neue"/>
                <a:cs typeface="Helvetica Neue"/>
              </a:defRPr>
            </a:lvl4pPr>
            <a:lvl5pPr>
              <a:defRPr sz="1800" b="1">
                <a:solidFill>
                  <a:srgbClr val="216B49"/>
                </a:solidFill>
                <a:latin typeface="Helvetica Neue"/>
                <a:ea typeface="Helvetica Neue"/>
                <a:cs typeface="Helvetica Neue"/>
              </a:defRPr>
            </a:lvl5pPr>
            <a:lvl6pPr>
              <a:defRPr sz="1800" b="1">
                <a:solidFill>
                  <a:srgbClr val="216B49"/>
                </a:solidFill>
                <a:latin typeface="Helvetica Neue"/>
                <a:ea typeface="Helvetica Neue"/>
                <a:cs typeface="Helvetica Neue"/>
              </a:defRPr>
            </a:lvl6pPr>
            <a:lvl7pPr>
              <a:defRPr sz="1800" b="1">
                <a:solidFill>
                  <a:srgbClr val="216B49"/>
                </a:solidFill>
                <a:latin typeface="Helvetica Neue"/>
                <a:ea typeface="Helvetica Neue"/>
                <a:cs typeface="Helvetica Neue"/>
              </a:defRPr>
            </a:lvl7pPr>
            <a:lvl8pPr>
              <a:defRPr sz="1800" b="1">
                <a:solidFill>
                  <a:srgbClr val="216B49"/>
                </a:solidFill>
                <a:latin typeface="Helvetica Neue"/>
                <a:ea typeface="Helvetica Neue"/>
                <a:cs typeface="Helvetica Neue"/>
              </a:defRPr>
            </a:lvl8pPr>
            <a:lvl9pPr>
              <a:defRPr sz="1800" b="1">
                <a:solidFill>
                  <a:srgbClr val="216B49"/>
                </a:solidFill>
                <a:latin typeface="Helvetica Neue"/>
                <a:ea typeface="Helvetica Neue"/>
                <a:cs typeface="Helvetica Neue"/>
              </a:defRPr>
            </a:lvl9pPr>
          </a:lstStyle>
          <a:p xmlns:a="http://schemas.openxmlformats.org/drawingml/2006/main">
            <a:pPr>
              <a:defRPr sz="1800" b="1">
                <a:solidFill>
                  <a:srgbClr val="216B49"/>
                </a:solidFill>
                <a:latin typeface="Helvetica Neue"/>
                <a:ea typeface="Helvetica Neue"/>
                <a:cs typeface="Helvetica Neue"/>
              </a:defRPr>
            </a:pPr>
            <a:r>
              <a:rPr sz="1800" b="1">
                <a:solidFill>
                  <a:srgbClr val="216B49"/>
                </a:solidFill>
                <a:latin typeface="Helvetica Neue"/>
                <a:ea typeface="Helvetica Neue"/>
                <a:cs typeface="Helvetica Neue"/>
              </a:rPr>
              <a:t>Sensor time stays explicit</a:t>
            </a:r>
          </a:p>
        </p:txBody>
      </p:sp>
      <p:sp>
        <p:nvSpPr>
          <p:cNvPr id="10" name="text-39">
            <a:extLst xmlns:a="http://schemas.openxmlformats.org/drawingml/2006/main">
              <a:ext uri="{FF2B5EF4-FFF2-40B4-BE49-F238E27FC236}">
                <a16:creationId xmlns:a16="http://schemas.microsoft.com/office/drawing/2014/main" id="{964632F6-79BE-4EEC-AA96-40F59865F94A}"/>
              </a:ext>
            </a:extLst>
          </p:cNvPr>
          <p:cNvSpPr>
            <a:spLocks xmlns:a="http://schemas.openxmlformats.org/drawingml/2006/main" noGrp="1"/>
          </p:cNvSpPr>
          <p:nvPr/>
        </p:nvSpPr>
        <p:spPr>
          <a:xfrm xmlns:a="http://schemas.openxmlformats.org/drawingml/2006/main">
            <a:off x="762000" y="5486400"/>
            <a:ext cx="638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D6560"/>
                </a:solidFill>
                <a:latin typeface="Helvetica Neue"/>
                <a:ea typeface="Helvetica Neue"/>
                <a:cs typeface="Helvetica Neue"/>
              </a:defRPr>
            </a:defPPr>
            <a:lvl1pPr>
              <a:defRPr sz="2025" b="0">
                <a:solidFill>
                  <a:srgbClr val="5D6560"/>
                </a:solidFill>
                <a:latin typeface="Helvetica Neue"/>
                <a:ea typeface="Helvetica Neue"/>
                <a:cs typeface="Helvetica Neue"/>
              </a:defRPr>
            </a:lvl1pPr>
            <a:lvl2pPr>
              <a:defRPr sz="2025" b="0">
                <a:solidFill>
                  <a:srgbClr val="5D6560"/>
                </a:solidFill>
                <a:latin typeface="Helvetica Neue"/>
                <a:ea typeface="Helvetica Neue"/>
                <a:cs typeface="Helvetica Neue"/>
              </a:defRPr>
            </a:lvl2pPr>
            <a:lvl3pPr>
              <a:defRPr sz="2025" b="0">
                <a:solidFill>
                  <a:srgbClr val="5D6560"/>
                </a:solidFill>
                <a:latin typeface="Helvetica Neue"/>
                <a:ea typeface="Helvetica Neue"/>
                <a:cs typeface="Helvetica Neue"/>
              </a:defRPr>
            </a:lvl3pPr>
            <a:lvl4pPr>
              <a:defRPr sz="2025" b="0">
                <a:solidFill>
                  <a:srgbClr val="5D6560"/>
                </a:solidFill>
                <a:latin typeface="Helvetica Neue"/>
                <a:ea typeface="Helvetica Neue"/>
                <a:cs typeface="Helvetica Neue"/>
              </a:defRPr>
            </a:lvl4pPr>
            <a:lvl5pPr>
              <a:defRPr sz="2025" b="0">
                <a:solidFill>
                  <a:srgbClr val="5D6560"/>
                </a:solidFill>
                <a:latin typeface="Helvetica Neue"/>
                <a:ea typeface="Helvetica Neue"/>
                <a:cs typeface="Helvetica Neue"/>
              </a:defRPr>
            </a:lvl5pPr>
            <a:lvl6pPr>
              <a:defRPr sz="2025" b="0">
                <a:solidFill>
                  <a:srgbClr val="5D6560"/>
                </a:solidFill>
                <a:latin typeface="Helvetica Neue"/>
                <a:ea typeface="Helvetica Neue"/>
                <a:cs typeface="Helvetica Neue"/>
              </a:defRPr>
            </a:lvl6pPr>
            <a:lvl7pPr>
              <a:defRPr sz="2025" b="0">
                <a:solidFill>
                  <a:srgbClr val="5D6560"/>
                </a:solidFill>
                <a:latin typeface="Helvetica Neue"/>
                <a:ea typeface="Helvetica Neue"/>
                <a:cs typeface="Helvetica Neue"/>
              </a:defRPr>
            </a:lvl7pPr>
            <a:lvl8pPr>
              <a:defRPr sz="2025" b="0">
                <a:solidFill>
                  <a:srgbClr val="5D6560"/>
                </a:solidFill>
                <a:latin typeface="Helvetica Neue"/>
                <a:ea typeface="Helvetica Neue"/>
                <a:cs typeface="Helvetica Neue"/>
              </a:defRPr>
            </a:lvl8pPr>
            <a:lvl9pPr>
              <a:defRPr sz="2025" b="0">
                <a:solidFill>
                  <a:srgbClr val="5D6560"/>
                </a:solidFill>
                <a:latin typeface="Helvetica Neue"/>
                <a:ea typeface="Helvetica Neue"/>
                <a:cs typeface="Helvetica Neue"/>
              </a:defRPr>
            </a:lvl9pPr>
          </a:lstStyle>
          <a:p xmlns:a="http://schemas.openxmlformats.org/drawingml/2006/main">
            <a:pPr>
              <a:defRPr sz="2025" b="0">
                <a:solidFill>
                  <a:srgbClr val="5D6560"/>
                </a:solidFill>
                <a:latin typeface="Helvetica Neue"/>
                <a:ea typeface="Helvetica Neue"/>
                <a:cs typeface="Helvetica Neue"/>
              </a:defRPr>
            </a:pPr>
            <a:r>
              <a:rPr sz="2025" b="0">
                <a:solidFill>
                  <a:srgbClr val="5D6560"/>
                </a:solidFill>
                <a:latin typeface="Helvetica Neue"/>
                <a:ea typeface="Helvetica Neue"/>
                <a:cs typeface="Helvetica Neue"/>
              </a:rPr>
              <a:t>Missing or stale Watch readings remain unavailable.</a:t>
            </a:r>
          </a:p>
        </p:txBody>
      </p:sp>
      <p:pic>
        <p:nvPicPr>
          <p:cNvPr id="11" name="">
            <a:extLst xmlns:a="http://schemas.openxmlformats.org/drawingml/2006/main">
              <a:ext uri="{FF2B5EF4-FFF2-40B4-BE49-F238E27FC236}">
                <a16:creationId xmlns:a16="http://schemas.microsoft.com/office/drawing/2014/main" id="{A73B3B4C-D958-40FE-97A2-2140988AEF77}"/>
              </a:ext>
            </a:extLst>
          </p:cNvPr>
          <p:cNvPicPr>
            <a:picLocks xmlns:a="http://schemas.openxmlformats.org/drawingml/2006/main" noChangeAspect="1"/>
          </p:cNvPicPr>
          <p:nvPr/>
        </p:nvPicPr>
        <p:blipFill>
          <a:blip xmlns:r="http://schemas.openxmlformats.org/officeDocument/2006/relationships" xmlns:a="http://schemas.openxmlformats.org/drawingml/2006/main" r:embed="R24a1bd2908874f4f"/>
          <a:stretch xmlns:a="http://schemas.openxmlformats.org/drawingml/2006/main"/>
        </p:blipFill>
        <p:spPr>
          <a:xfrm xmlns:a="http://schemas.openxmlformats.org/drawingml/2006/main">
            <a:off x="8844291" y="1666875"/>
            <a:ext cx="1551918" cy="1285875"/>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4FE725A1-43C2-4050-9898-9EB23EF0A3EC}"/>
              </a:ext>
            </a:extLst>
          </p:cNvPr>
          <p:cNvPicPr>
            <a:picLocks xmlns:a="http://schemas.openxmlformats.org/drawingml/2006/main" noChangeAspect="1"/>
          </p:cNvPicPr>
          <p:nvPr/>
        </p:nvPicPr>
        <p:blipFill>
          <a:blip xmlns:r="http://schemas.openxmlformats.org/officeDocument/2006/relationships" xmlns:a="http://schemas.openxmlformats.org/drawingml/2006/main" r:embed="R811fce0f807449a7"/>
          <a:stretch xmlns:a="http://schemas.openxmlformats.org/drawingml/2006/main"/>
        </p:blipFill>
        <p:spPr>
          <a:xfrm xmlns:a="http://schemas.openxmlformats.org/drawingml/2006/main">
            <a:off x="8844291" y="3143250"/>
            <a:ext cx="1551918" cy="1285875"/>
          </a:xfrm>
          <a:prstGeom xmlns:a="http://schemas.openxmlformats.org/drawingml/2006/main" prst="rect">
            <a:avLst/>
          </a:prstGeom>
        </p:spPr>
      </p:pic>
      <p:pic>
        <p:nvPicPr>
          <p:cNvPr id="13" name="">
            <a:extLst xmlns:a="http://schemas.openxmlformats.org/drawingml/2006/main">
              <a:ext uri="{FF2B5EF4-FFF2-40B4-BE49-F238E27FC236}">
                <a16:creationId xmlns:a16="http://schemas.microsoft.com/office/drawing/2014/main" id="{562C4AC7-D5EF-4C78-A18F-E148F7BC826F}"/>
              </a:ext>
            </a:extLst>
          </p:cNvPr>
          <p:cNvPicPr>
            <a:picLocks xmlns:a="http://schemas.openxmlformats.org/drawingml/2006/main" noChangeAspect="1"/>
          </p:cNvPicPr>
          <p:nvPr/>
        </p:nvPicPr>
        <p:blipFill>
          <a:blip xmlns:r="http://schemas.openxmlformats.org/officeDocument/2006/relationships" xmlns:a="http://schemas.openxmlformats.org/drawingml/2006/main" r:embed="Ra78c1bc349c744a1"/>
          <a:stretch xmlns:a="http://schemas.openxmlformats.org/drawingml/2006/main"/>
        </p:blipFill>
        <p:spPr>
          <a:xfrm xmlns:a="http://schemas.openxmlformats.org/drawingml/2006/main">
            <a:off x="8844291" y="4619625"/>
            <a:ext cx="1551918" cy="1285875"/>
          </a:xfrm>
          <a:prstGeom xmlns:a="http://schemas.openxmlformats.org/drawingml/2006/main" prst="rect">
            <a:avLst/>
          </a:prstGeom>
        </p:spPr>
      </p:pic>
      <p:sp>
        <p:nvSpPr>
          <p:cNvPr id="14" name="text-40">
            <a:extLst xmlns:a="http://schemas.openxmlformats.org/drawingml/2006/main">
              <a:ext uri="{FF2B5EF4-FFF2-40B4-BE49-F238E27FC236}">
                <a16:creationId xmlns:a16="http://schemas.microsoft.com/office/drawing/2014/main" id="{33EAFEB1-6B2C-46F8-8EE0-607E19863380}"/>
              </a:ext>
            </a:extLst>
          </p:cNvPr>
          <p:cNvSpPr>
            <a:spLocks xmlns:a="http://schemas.openxmlformats.org/drawingml/2006/main" noGrp="1"/>
          </p:cNvSpPr>
          <p:nvPr/>
        </p:nvSpPr>
        <p:spPr>
          <a:xfrm xmlns:a="http://schemas.openxmlformats.org/drawingml/2006/main">
            <a:off x="8334375" y="6076950"/>
            <a:ext cx="304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D6560"/>
                </a:solidFill>
                <a:latin typeface="Helvetica Neue"/>
                <a:ea typeface="Helvetica Neue"/>
                <a:cs typeface="Helvetica Neue"/>
              </a:defRPr>
            </a:defPPr>
            <a:lvl1pPr>
              <a:defRPr sz="1650" b="0">
                <a:solidFill>
                  <a:srgbClr val="5D6560"/>
                </a:solidFill>
                <a:latin typeface="Helvetica Neue"/>
                <a:ea typeface="Helvetica Neue"/>
                <a:cs typeface="Helvetica Neue"/>
              </a:defRPr>
            </a:lvl1pPr>
            <a:lvl2pPr>
              <a:defRPr sz="1650" b="0">
                <a:solidFill>
                  <a:srgbClr val="5D6560"/>
                </a:solidFill>
                <a:latin typeface="Helvetica Neue"/>
                <a:ea typeface="Helvetica Neue"/>
                <a:cs typeface="Helvetica Neue"/>
              </a:defRPr>
            </a:lvl2pPr>
            <a:lvl3pPr>
              <a:defRPr sz="1650" b="0">
                <a:solidFill>
                  <a:srgbClr val="5D6560"/>
                </a:solidFill>
                <a:latin typeface="Helvetica Neue"/>
                <a:ea typeface="Helvetica Neue"/>
                <a:cs typeface="Helvetica Neue"/>
              </a:defRPr>
            </a:lvl3pPr>
            <a:lvl4pPr>
              <a:defRPr sz="1650" b="0">
                <a:solidFill>
                  <a:srgbClr val="5D6560"/>
                </a:solidFill>
                <a:latin typeface="Helvetica Neue"/>
                <a:ea typeface="Helvetica Neue"/>
                <a:cs typeface="Helvetica Neue"/>
              </a:defRPr>
            </a:lvl4pPr>
            <a:lvl5pPr>
              <a:defRPr sz="1650" b="0">
                <a:solidFill>
                  <a:srgbClr val="5D6560"/>
                </a:solidFill>
                <a:latin typeface="Helvetica Neue"/>
                <a:ea typeface="Helvetica Neue"/>
                <a:cs typeface="Helvetica Neue"/>
              </a:defRPr>
            </a:lvl5pPr>
            <a:lvl6pPr>
              <a:defRPr sz="1650" b="0">
                <a:solidFill>
                  <a:srgbClr val="5D6560"/>
                </a:solidFill>
                <a:latin typeface="Helvetica Neue"/>
                <a:ea typeface="Helvetica Neue"/>
                <a:cs typeface="Helvetica Neue"/>
              </a:defRPr>
            </a:lvl6pPr>
            <a:lvl7pPr>
              <a:defRPr sz="1650" b="0">
                <a:solidFill>
                  <a:srgbClr val="5D6560"/>
                </a:solidFill>
                <a:latin typeface="Helvetica Neue"/>
                <a:ea typeface="Helvetica Neue"/>
                <a:cs typeface="Helvetica Neue"/>
              </a:defRPr>
            </a:lvl7pPr>
            <a:lvl8pPr>
              <a:defRPr sz="1650" b="0">
                <a:solidFill>
                  <a:srgbClr val="5D6560"/>
                </a:solidFill>
                <a:latin typeface="Helvetica Neue"/>
                <a:ea typeface="Helvetica Neue"/>
                <a:cs typeface="Helvetica Neue"/>
              </a:defRPr>
            </a:lvl8pPr>
            <a:lvl9pPr>
              <a:defRPr sz="1650" b="0">
                <a:solidFill>
                  <a:srgbClr val="5D6560"/>
                </a:solidFill>
                <a:latin typeface="Helvetica Neue"/>
                <a:ea typeface="Helvetica Neue"/>
                <a:cs typeface="Helvetica Neue"/>
              </a:defRPr>
            </a:lvl9pPr>
          </a:lstStyle>
          <a:p xmlns:a="http://schemas.openxmlformats.org/drawingml/2006/main">
            <a:pPr>
              <a:defRPr sz="1650" b="0">
                <a:solidFill>
                  <a:srgbClr val="5D6560"/>
                </a:solidFill>
                <a:latin typeface="Helvetica Neue"/>
                <a:ea typeface="Helvetica Neue"/>
                <a:cs typeface="Helvetica Neue"/>
              </a:defRPr>
            </a:pPr>
            <a:r>
              <a:rPr sz="1650" b="0">
                <a:solidFill>
                  <a:srgbClr val="5D6560"/>
                </a:solidFill>
                <a:latin typeface="Helvetica Neue"/>
                <a:ea typeface="Helvetica Neue"/>
                <a:cs typeface="Helvetica Neue"/>
              </a:rPr>
              <a:t>Illustrated phases</a:t>
            </a:r>
          </a:p>
        </p:txBody>
      </p:sp>
    </p:spTree>
    <p:extLst>
      <p:ext uri="{BB962C8B-B14F-4D97-AF65-F5344CB8AC3E}">
        <p14:creationId xmlns:p14="http://schemas.microsoft.com/office/powerpoint/2010/main" val="50633086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8" name="">
            <a:extLst xmlns:a="http://schemas.openxmlformats.org/drawingml/2006/main">
              <a:ext uri="{FF2B5EF4-FFF2-40B4-BE49-F238E27FC236}">
                <a16:creationId xmlns:a16="http://schemas.microsoft.com/office/drawing/2014/main" id="{B724955E-2584-44B8-B22F-127F8B0D4F23}"/>
              </a:ext>
            </a:extLst>
          </p:cNvPr>
          <p:cNvCxnSpPr>
            <a:stCxn xmlns:a="http://schemas.openxmlformats.org/drawingml/2006/main" id="5" idx="3"/>
            <a:endCxn xmlns:a="http://schemas.openxmlformats.org/drawingml/2006/main" id="6" idx="1"/>
          </p:cNvCxnSpPr>
          <p:nvPr/>
        </p:nvCxnSpPr>
        <p:spPr>
          <a:xfrm xmlns:a="http://schemas.openxmlformats.org/drawingml/2006/main" flipV="1">
            <a:off x="3238500" y="3762375"/>
            <a:ext cx="1905000" cy="1085850"/>
          </a:xfrm>
          <a:prstGeom xmlns:a="http://schemas.openxmlformats.org/drawingml/2006/main" prst="bentConnector3">
            <a:avLst>
              <a:gd name="adj1" fmla="val 50000"/>
            </a:avLst>
          </a:prstGeom>
          <a:ln xmlns:a="http://schemas.openxmlformats.org/drawingml/2006/main" w="23813">
            <a:solidFill>
              <a:srgbClr val="216B49"/>
            </a:solidFill>
            <a:tailEnd type="triangle" w="sm" len="sm"/>
          </a:ln>
        </p:spPr>
      </p:cxnSp>
      <p:cxnSp>
        <p:nvCxnSpPr>
          <p:cNvPr id="7" name="">
            <a:extLst xmlns:a="http://schemas.openxmlformats.org/drawingml/2006/main">
              <a:ext uri="{FF2B5EF4-FFF2-40B4-BE49-F238E27FC236}">
                <a16:creationId xmlns:a16="http://schemas.microsoft.com/office/drawing/2014/main" id="{DC62F8FB-2403-4A34-A1F5-889B5F8ACCFB}"/>
              </a:ext>
            </a:extLst>
          </p:cNvPr>
          <p:cNvCxnSpPr>
            <a:stCxn xmlns:a="http://schemas.openxmlformats.org/drawingml/2006/main" id="4" idx="3"/>
            <a:endCxn xmlns:a="http://schemas.openxmlformats.org/drawingml/2006/main" id="6" idx="1"/>
          </p:cNvCxnSpPr>
          <p:nvPr/>
        </p:nvCxnSpPr>
        <p:spPr>
          <a:xfrm xmlns:a="http://schemas.openxmlformats.org/drawingml/2006/main">
            <a:off x="3238500" y="2609850"/>
            <a:ext cx="1905000" cy="1152525"/>
          </a:xfrm>
          <a:prstGeom xmlns:a="http://schemas.openxmlformats.org/drawingml/2006/main" prst="bentConnector3">
            <a:avLst>
              <a:gd name="adj1" fmla="val 50000"/>
            </a:avLst>
          </a:prstGeom>
          <a:ln xmlns:a="http://schemas.openxmlformats.org/drawingml/2006/main" w="23813">
            <a:solidFill>
              <a:srgbClr val="216B49"/>
            </a:solidFill>
            <a:tailEnd type="triangle" w="sm" len="sm"/>
          </a:ln>
        </p:spPr>
      </p:cxnSp>
      <p:sp>
        <p:nvSpPr>
          <p:cNvPr id="13" name="text-41">
            <a:extLst xmlns:a="http://schemas.openxmlformats.org/drawingml/2006/main">
              <a:ext uri="{FF2B5EF4-FFF2-40B4-BE49-F238E27FC236}">
                <a16:creationId xmlns:a16="http://schemas.microsoft.com/office/drawing/2014/main" id="{1D53137E-E14E-49F6-B9A1-99F1CC456E6C}"/>
              </a:ext>
            </a:extLst>
          </p:cNvPr>
          <p:cNvSpPr>
            <a:spLocks xmlns:a="http://schemas.openxmlformats.org/drawingml/2006/main" noGrp="1"/>
          </p:cNvSpPr>
          <p:nvPr/>
        </p:nvSpPr>
        <p:spPr>
          <a:xfrm xmlns:a="http://schemas.openxmlformats.org/drawingml/2006/main">
            <a:off x="723900" y="55245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41414"/>
                </a:solidFill>
                <a:latin typeface="Helvetica Neue"/>
                <a:ea typeface="Helvetica Neue"/>
                <a:cs typeface="Helvetica Neue"/>
              </a:defRPr>
            </a:defPPr>
            <a:lvl1pPr>
              <a:defRPr sz="3600" b="1">
                <a:solidFill>
                  <a:srgbClr val="141414"/>
                </a:solidFill>
                <a:latin typeface="Helvetica Neue"/>
                <a:ea typeface="Helvetica Neue"/>
                <a:cs typeface="Helvetica Neue"/>
              </a:defRPr>
            </a:lvl1pPr>
            <a:lvl2pPr>
              <a:defRPr sz="3600" b="1">
                <a:solidFill>
                  <a:srgbClr val="141414"/>
                </a:solidFill>
                <a:latin typeface="Helvetica Neue"/>
                <a:ea typeface="Helvetica Neue"/>
                <a:cs typeface="Helvetica Neue"/>
              </a:defRPr>
            </a:lvl2pPr>
            <a:lvl3pPr>
              <a:defRPr sz="3600" b="1">
                <a:solidFill>
                  <a:srgbClr val="141414"/>
                </a:solidFill>
                <a:latin typeface="Helvetica Neue"/>
                <a:ea typeface="Helvetica Neue"/>
                <a:cs typeface="Helvetica Neue"/>
              </a:defRPr>
            </a:lvl3pPr>
            <a:lvl4pPr>
              <a:defRPr sz="3600" b="1">
                <a:solidFill>
                  <a:srgbClr val="141414"/>
                </a:solidFill>
                <a:latin typeface="Helvetica Neue"/>
                <a:ea typeface="Helvetica Neue"/>
                <a:cs typeface="Helvetica Neue"/>
              </a:defRPr>
            </a:lvl4pPr>
            <a:lvl5pPr>
              <a:defRPr sz="3600" b="1">
                <a:solidFill>
                  <a:srgbClr val="141414"/>
                </a:solidFill>
                <a:latin typeface="Helvetica Neue"/>
                <a:ea typeface="Helvetica Neue"/>
                <a:cs typeface="Helvetica Neue"/>
              </a:defRPr>
            </a:lvl5pPr>
            <a:lvl6pPr>
              <a:defRPr sz="3600" b="1">
                <a:solidFill>
                  <a:srgbClr val="141414"/>
                </a:solidFill>
                <a:latin typeface="Helvetica Neue"/>
                <a:ea typeface="Helvetica Neue"/>
                <a:cs typeface="Helvetica Neue"/>
              </a:defRPr>
            </a:lvl6pPr>
            <a:lvl7pPr>
              <a:defRPr sz="3600" b="1">
                <a:solidFill>
                  <a:srgbClr val="141414"/>
                </a:solidFill>
                <a:latin typeface="Helvetica Neue"/>
                <a:ea typeface="Helvetica Neue"/>
                <a:cs typeface="Helvetica Neue"/>
              </a:defRPr>
            </a:lvl7pPr>
            <a:lvl8pPr>
              <a:defRPr sz="3600" b="1">
                <a:solidFill>
                  <a:srgbClr val="141414"/>
                </a:solidFill>
                <a:latin typeface="Helvetica Neue"/>
                <a:ea typeface="Helvetica Neue"/>
                <a:cs typeface="Helvetica Neue"/>
              </a:defRPr>
            </a:lvl8pPr>
            <a:lvl9pPr>
              <a:defRPr sz="3600" b="1">
                <a:solidFill>
                  <a:srgbClr val="141414"/>
                </a:solidFill>
                <a:latin typeface="Helvetica Neue"/>
                <a:ea typeface="Helvetica Neue"/>
                <a:cs typeface="Helvetica Neue"/>
              </a:defRPr>
            </a:lvl9pPr>
          </a:lstStyle>
          <a:p xmlns:a="http://schemas.openxmlformats.org/drawingml/2006/main">
            <a:pPr>
              <a:defRPr sz="3600" b="1">
                <a:solidFill>
                  <a:srgbClr val="141414"/>
                </a:solidFill>
                <a:latin typeface="Helvetica Neue"/>
                <a:ea typeface="Helvetica Neue"/>
                <a:cs typeface="Helvetica Neue"/>
              </a:defRPr>
            </a:pPr>
            <a:r>
              <a:rPr sz="3600" b="1">
                <a:solidFill>
                  <a:srgbClr val="141414"/>
                </a:solidFill>
                <a:latin typeface="Helvetica Neue"/>
                <a:ea typeface="Helvetica Neue"/>
                <a:cs typeface="Helvetica Neue"/>
              </a:rPr>
              <a:t>Skills make recorded progress visible</a:t>
            </a:r>
          </a:p>
        </p:txBody>
      </p:sp>
      <p:sp>
        <p:nvSpPr>
          <p:cNvPr id="2" name="text-42">
            <a:extLst xmlns:a="http://schemas.openxmlformats.org/drawingml/2006/main">
              <a:ext uri="{FF2B5EF4-FFF2-40B4-BE49-F238E27FC236}">
                <a16:creationId xmlns:a16="http://schemas.microsoft.com/office/drawing/2014/main" id="{762FB8E4-40AF-4896-986E-46ECE8FB93E0}"/>
              </a:ext>
            </a:extLst>
          </p:cNvPr>
          <p:cNvSpPr>
            <a:spLocks xmlns:a="http://schemas.openxmlformats.org/drawingml/2006/main" noGrp="1"/>
          </p:cNvSpPr>
          <p:nvPr/>
        </p:nvSpPr>
        <p:spPr>
          <a:xfrm xmlns:a="http://schemas.openxmlformats.org/drawingml/2006/main">
            <a:off x="10953750" y="64008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D6560"/>
                </a:solidFill>
                <a:latin typeface="Helvetica Neue"/>
                <a:ea typeface="Helvetica Neue"/>
                <a:cs typeface="Helvetica Neue"/>
              </a:defRPr>
            </a:defPPr>
            <a:lvl1pPr algn="r">
              <a:defRPr sz="1425" b="0">
                <a:solidFill>
                  <a:srgbClr val="5D6560"/>
                </a:solidFill>
                <a:latin typeface="Helvetica Neue"/>
                <a:ea typeface="Helvetica Neue"/>
                <a:cs typeface="Helvetica Neue"/>
              </a:defRPr>
            </a:lvl1pPr>
            <a:lvl2pPr algn="r">
              <a:defRPr sz="1425" b="0">
                <a:solidFill>
                  <a:srgbClr val="5D6560"/>
                </a:solidFill>
                <a:latin typeface="Helvetica Neue"/>
                <a:ea typeface="Helvetica Neue"/>
                <a:cs typeface="Helvetica Neue"/>
              </a:defRPr>
            </a:lvl2pPr>
            <a:lvl3pPr algn="r">
              <a:defRPr sz="1425" b="0">
                <a:solidFill>
                  <a:srgbClr val="5D6560"/>
                </a:solidFill>
                <a:latin typeface="Helvetica Neue"/>
                <a:ea typeface="Helvetica Neue"/>
                <a:cs typeface="Helvetica Neue"/>
              </a:defRPr>
            </a:lvl3pPr>
            <a:lvl4pPr algn="r">
              <a:defRPr sz="1425" b="0">
                <a:solidFill>
                  <a:srgbClr val="5D6560"/>
                </a:solidFill>
                <a:latin typeface="Helvetica Neue"/>
                <a:ea typeface="Helvetica Neue"/>
                <a:cs typeface="Helvetica Neue"/>
              </a:defRPr>
            </a:lvl4pPr>
            <a:lvl5pPr algn="r">
              <a:defRPr sz="1425" b="0">
                <a:solidFill>
                  <a:srgbClr val="5D6560"/>
                </a:solidFill>
                <a:latin typeface="Helvetica Neue"/>
                <a:ea typeface="Helvetica Neue"/>
                <a:cs typeface="Helvetica Neue"/>
              </a:defRPr>
            </a:lvl5pPr>
            <a:lvl6pPr algn="r">
              <a:defRPr sz="1425" b="0">
                <a:solidFill>
                  <a:srgbClr val="5D6560"/>
                </a:solidFill>
                <a:latin typeface="Helvetica Neue"/>
                <a:ea typeface="Helvetica Neue"/>
                <a:cs typeface="Helvetica Neue"/>
              </a:defRPr>
            </a:lvl6pPr>
            <a:lvl7pPr algn="r">
              <a:defRPr sz="1425" b="0">
                <a:solidFill>
                  <a:srgbClr val="5D6560"/>
                </a:solidFill>
                <a:latin typeface="Helvetica Neue"/>
                <a:ea typeface="Helvetica Neue"/>
                <a:cs typeface="Helvetica Neue"/>
              </a:defRPr>
            </a:lvl7pPr>
            <a:lvl8pPr algn="r">
              <a:defRPr sz="1425" b="0">
                <a:solidFill>
                  <a:srgbClr val="5D6560"/>
                </a:solidFill>
                <a:latin typeface="Helvetica Neue"/>
                <a:ea typeface="Helvetica Neue"/>
                <a:cs typeface="Helvetica Neue"/>
              </a:defRPr>
            </a:lvl8pPr>
            <a:lvl9pPr algn="r">
              <a:defRPr sz="1425" b="0">
                <a:solidFill>
                  <a:srgbClr val="5D6560"/>
                </a:solidFill>
                <a:latin typeface="Helvetica Neue"/>
                <a:ea typeface="Helvetica Neue"/>
                <a:cs typeface="Helvetica Neue"/>
              </a:defRPr>
            </a:lvl9pPr>
          </a:lstStyle>
          <a:p xmlns:a="http://schemas.openxmlformats.org/drawingml/2006/main">
            <a:pPr algn="r">
              <a:defRPr sz="1425" b="0">
                <a:solidFill>
                  <a:srgbClr val="5D6560"/>
                </a:solidFill>
                <a:latin typeface="Helvetica Neue"/>
                <a:ea typeface="Helvetica Neue"/>
                <a:cs typeface="Helvetica Neue"/>
              </a:defRPr>
            </a:pPr>
            <a:r>
              <a:rPr sz="1425" b="0">
                <a:solidFill>
                  <a:srgbClr val="5D6560"/>
                </a:solidFill>
                <a:latin typeface="Helvetica Neue"/>
                <a:ea typeface="Helvetica Neue"/>
                <a:cs typeface="Helvetica Neue"/>
              </a:rPr>
              <a:t>05</a:t>
            </a:r>
          </a:p>
        </p:txBody>
      </p:sp>
      <p:sp>
        <p:nvSpPr>
          <p:cNvPr id="3" name="text-43">
            <a:extLst xmlns:a="http://schemas.openxmlformats.org/drawingml/2006/main">
              <a:ext uri="{FF2B5EF4-FFF2-40B4-BE49-F238E27FC236}">
                <a16:creationId xmlns:a16="http://schemas.microsoft.com/office/drawing/2014/main" id="{70C16F48-6FB6-4E52-8677-D0CDDB67D1B9}"/>
              </a:ext>
            </a:extLst>
          </p:cNvPr>
          <p:cNvSpPr>
            <a:spLocks xmlns:a="http://schemas.openxmlformats.org/drawingml/2006/main" noGrp="1"/>
          </p:cNvSpPr>
          <p:nvPr/>
        </p:nvSpPr>
        <p:spPr>
          <a:xfrm xmlns:a="http://schemas.openxmlformats.org/drawingml/2006/main">
            <a:off x="762000" y="1466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D6560"/>
                </a:solidFill>
                <a:latin typeface="Helvetica Neue"/>
                <a:ea typeface="Helvetica Neue"/>
                <a:cs typeface="Helvetica Neue"/>
              </a:defRPr>
            </a:defPPr>
            <a:lvl1pPr>
              <a:defRPr sz="2175" b="0">
                <a:solidFill>
                  <a:srgbClr val="5D6560"/>
                </a:solidFill>
                <a:latin typeface="Helvetica Neue"/>
                <a:ea typeface="Helvetica Neue"/>
                <a:cs typeface="Helvetica Neue"/>
              </a:defRPr>
            </a:lvl1pPr>
            <a:lvl2pPr>
              <a:defRPr sz="2175" b="0">
                <a:solidFill>
                  <a:srgbClr val="5D6560"/>
                </a:solidFill>
                <a:latin typeface="Helvetica Neue"/>
                <a:ea typeface="Helvetica Neue"/>
                <a:cs typeface="Helvetica Neue"/>
              </a:defRPr>
            </a:lvl2pPr>
            <a:lvl3pPr>
              <a:defRPr sz="2175" b="0">
                <a:solidFill>
                  <a:srgbClr val="5D6560"/>
                </a:solidFill>
                <a:latin typeface="Helvetica Neue"/>
                <a:ea typeface="Helvetica Neue"/>
                <a:cs typeface="Helvetica Neue"/>
              </a:defRPr>
            </a:lvl3pPr>
            <a:lvl4pPr>
              <a:defRPr sz="2175" b="0">
                <a:solidFill>
                  <a:srgbClr val="5D6560"/>
                </a:solidFill>
                <a:latin typeface="Helvetica Neue"/>
                <a:ea typeface="Helvetica Neue"/>
                <a:cs typeface="Helvetica Neue"/>
              </a:defRPr>
            </a:lvl4pPr>
            <a:lvl5pPr>
              <a:defRPr sz="2175" b="0">
                <a:solidFill>
                  <a:srgbClr val="5D6560"/>
                </a:solidFill>
                <a:latin typeface="Helvetica Neue"/>
                <a:ea typeface="Helvetica Neue"/>
                <a:cs typeface="Helvetica Neue"/>
              </a:defRPr>
            </a:lvl5pPr>
            <a:lvl6pPr>
              <a:defRPr sz="2175" b="0">
                <a:solidFill>
                  <a:srgbClr val="5D6560"/>
                </a:solidFill>
                <a:latin typeface="Helvetica Neue"/>
                <a:ea typeface="Helvetica Neue"/>
                <a:cs typeface="Helvetica Neue"/>
              </a:defRPr>
            </a:lvl6pPr>
            <a:lvl7pPr>
              <a:defRPr sz="2175" b="0">
                <a:solidFill>
                  <a:srgbClr val="5D6560"/>
                </a:solidFill>
                <a:latin typeface="Helvetica Neue"/>
                <a:ea typeface="Helvetica Neue"/>
                <a:cs typeface="Helvetica Neue"/>
              </a:defRPr>
            </a:lvl7pPr>
            <a:lvl8pPr>
              <a:defRPr sz="2175" b="0">
                <a:solidFill>
                  <a:srgbClr val="5D6560"/>
                </a:solidFill>
                <a:latin typeface="Helvetica Neue"/>
                <a:ea typeface="Helvetica Neue"/>
                <a:cs typeface="Helvetica Neue"/>
              </a:defRPr>
            </a:lvl8pPr>
            <a:lvl9pPr>
              <a:defRPr sz="2175" b="0">
                <a:solidFill>
                  <a:srgbClr val="5D6560"/>
                </a:solidFill>
                <a:latin typeface="Helvetica Neue"/>
                <a:ea typeface="Helvetica Neue"/>
                <a:cs typeface="Helvetica Neue"/>
              </a:defRPr>
            </a:lvl9pPr>
          </a:lstStyle>
          <a:p xmlns:a="http://schemas.openxmlformats.org/drawingml/2006/main">
            <a:pPr>
              <a:defRPr sz="2175" b="0">
                <a:solidFill>
                  <a:srgbClr val="5D6560"/>
                </a:solidFill>
                <a:latin typeface="Helvetica Neue"/>
                <a:ea typeface="Helvetica Neue"/>
                <a:cs typeface="Helvetica Neue"/>
              </a:defRPr>
            </a:pPr>
            <a:r>
              <a:rPr sz="2175" b="0">
                <a:solidFill>
                  <a:srgbClr val="5D6560"/>
                </a:solidFill>
                <a:latin typeface="Helvetica Neue"/>
                <a:ea typeface="Helvetica Neue"/>
                <a:cs typeface="Helvetica Neue"/>
              </a:rPr>
              <a:t>19 exercises. Connected tree or linear list.</a:t>
            </a:r>
          </a:p>
        </p:txBody>
      </p:sp>
      <p:sp>
        <p:nvSpPr>
          <p:cNvPr id="4" name="diagram-44">
            <a:extLst xmlns:a="http://schemas.openxmlformats.org/drawingml/2006/main">
              <a:ext uri="{FF2B5EF4-FFF2-40B4-BE49-F238E27FC236}">
                <a16:creationId xmlns:a16="http://schemas.microsoft.com/office/drawing/2014/main" id="{D0D2CD08-11EB-437B-B69C-20EBAC757B16}"/>
              </a:ext>
            </a:extLst>
          </p:cNvPr>
          <p:cNvSpPr>
            <a:spLocks xmlns:a="http://schemas.openxmlformats.org/drawingml/2006/main" noGrp="1"/>
          </p:cNvSpPr>
          <p:nvPr/>
        </p:nvSpPr>
        <p:spPr>
          <a:xfrm xmlns:a="http://schemas.openxmlformats.org/drawingml/2006/main">
            <a:off x="762000" y="2286000"/>
            <a:ext cx="2476500" cy="647700"/>
          </a:xfrm>
          <a:prstGeom xmlns:a="http://schemas.openxmlformats.org/drawingml/2006/main" prst="rect">
            <a:avLst/>
          </a:prstGeom>
          <a:solidFill xmlns:a="http://schemas.openxmlformats.org/drawingml/2006/main">
            <a:srgbClr val="FFFFFF"/>
          </a:solidFill>
          <a:ln xmlns:a="http://schemas.openxmlformats.org/drawingml/2006/main" w="14288">
            <a:solidFill>
              <a:srgbClr val="DCE4DF"/>
            </a:solidFill>
          </a:ln>
        </p:spPr>
        <p:txBody>
          <a:bodyPr xmlns:a="http://schemas.openxmlformats.org/drawingml/2006/main" lIns="114300" tIns="114300" rIns="114300" bIns="114300" anchor="ctr"/>
          <a:lstStyle xmlns:a="http://schemas.openxmlformats.org/drawingml/2006/main">
            <a:defPPr algn="ctr">
              <a:defRPr sz="2025" b="1">
                <a:solidFill>
                  <a:srgbClr val="141414"/>
                </a:solidFill>
                <a:latin typeface="Helvetica Neue"/>
                <a:ea typeface="Helvetica Neue"/>
                <a:cs typeface="Helvetica Neue"/>
              </a:defRPr>
            </a:defPPr>
            <a:lvl1pPr algn="ctr">
              <a:defRPr sz="2025" b="1">
                <a:solidFill>
                  <a:srgbClr val="141414"/>
                </a:solidFill>
                <a:latin typeface="Helvetica Neue"/>
                <a:ea typeface="Helvetica Neue"/>
                <a:cs typeface="Helvetica Neue"/>
              </a:defRPr>
            </a:lvl1pPr>
            <a:lvl2pPr algn="ctr">
              <a:defRPr sz="2025" b="1">
                <a:solidFill>
                  <a:srgbClr val="141414"/>
                </a:solidFill>
                <a:latin typeface="Helvetica Neue"/>
                <a:ea typeface="Helvetica Neue"/>
                <a:cs typeface="Helvetica Neue"/>
              </a:defRPr>
            </a:lvl2pPr>
            <a:lvl3pPr algn="ctr">
              <a:defRPr sz="2025" b="1">
                <a:solidFill>
                  <a:srgbClr val="141414"/>
                </a:solidFill>
                <a:latin typeface="Helvetica Neue"/>
                <a:ea typeface="Helvetica Neue"/>
                <a:cs typeface="Helvetica Neue"/>
              </a:defRPr>
            </a:lvl3pPr>
            <a:lvl4pPr algn="ctr">
              <a:defRPr sz="2025" b="1">
                <a:solidFill>
                  <a:srgbClr val="141414"/>
                </a:solidFill>
                <a:latin typeface="Helvetica Neue"/>
                <a:ea typeface="Helvetica Neue"/>
                <a:cs typeface="Helvetica Neue"/>
              </a:defRPr>
            </a:lvl4pPr>
            <a:lvl5pPr algn="ctr">
              <a:defRPr sz="2025" b="1">
                <a:solidFill>
                  <a:srgbClr val="141414"/>
                </a:solidFill>
                <a:latin typeface="Helvetica Neue"/>
                <a:ea typeface="Helvetica Neue"/>
                <a:cs typeface="Helvetica Neue"/>
              </a:defRPr>
            </a:lvl5pPr>
            <a:lvl6pPr algn="ctr">
              <a:defRPr sz="2025" b="1">
                <a:solidFill>
                  <a:srgbClr val="141414"/>
                </a:solidFill>
                <a:latin typeface="Helvetica Neue"/>
                <a:ea typeface="Helvetica Neue"/>
                <a:cs typeface="Helvetica Neue"/>
              </a:defRPr>
            </a:lvl6pPr>
            <a:lvl7pPr algn="ctr">
              <a:defRPr sz="2025" b="1">
                <a:solidFill>
                  <a:srgbClr val="141414"/>
                </a:solidFill>
                <a:latin typeface="Helvetica Neue"/>
                <a:ea typeface="Helvetica Neue"/>
                <a:cs typeface="Helvetica Neue"/>
              </a:defRPr>
            </a:lvl7pPr>
            <a:lvl8pPr algn="ctr">
              <a:defRPr sz="2025" b="1">
                <a:solidFill>
                  <a:srgbClr val="141414"/>
                </a:solidFill>
                <a:latin typeface="Helvetica Neue"/>
                <a:ea typeface="Helvetica Neue"/>
                <a:cs typeface="Helvetica Neue"/>
              </a:defRPr>
            </a:lvl8pPr>
            <a:lvl9pPr algn="ctr">
              <a:defRPr sz="2025" b="1">
                <a:solidFill>
                  <a:srgbClr val="141414"/>
                </a:solidFill>
                <a:latin typeface="Helvetica Neue"/>
                <a:ea typeface="Helvetica Neue"/>
                <a:cs typeface="Helvetica Neue"/>
              </a:defRPr>
            </a:lvl9pPr>
          </a:lstStyle>
          <a:p xmlns:a="http://schemas.openxmlformats.org/drawingml/2006/main">
            <a:pPr algn="ctr">
              <a:defRPr sz="2025" b="1">
                <a:solidFill>
                  <a:srgbClr val="141414"/>
                </a:solidFill>
                <a:latin typeface="Helvetica Neue"/>
                <a:ea typeface="Helvetica Neue"/>
                <a:cs typeface="Helvetica Neue"/>
              </a:defRPr>
            </a:pPr>
            <a:r>
              <a:rPr sz="2025" b="1">
                <a:solidFill>
                  <a:srgbClr val="141414"/>
                </a:solidFill>
                <a:latin typeface="Helvetica Neue"/>
                <a:ea typeface="Helvetica Neue"/>
                <a:cs typeface="Helvetica Neue"/>
              </a:rPr>
              <a:t>Knee push-ups</a:t>
            </a:r>
          </a:p>
        </p:txBody>
      </p:sp>
      <p:sp>
        <p:nvSpPr>
          <p:cNvPr id="5" name="diagram-45">
            <a:extLst xmlns:a="http://schemas.openxmlformats.org/drawingml/2006/main">
              <a:ext uri="{FF2B5EF4-FFF2-40B4-BE49-F238E27FC236}">
                <a16:creationId xmlns:a16="http://schemas.microsoft.com/office/drawing/2014/main" id="{97073719-FF8A-463F-8115-6DDD564AB865}"/>
              </a:ext>
            </a:extLst>
          </p:cNvPr>
          <p:cNvSpPr>
            <a:spLocks xmlns:a="http://schemas.openxmlformats.org/drawingml/2006/main" noGrp="1"/>
          </p:cNvSpPr>
          <p:nvPr/>
        </p:nvSpPr>
        <p:spPr>
          <a:xfrm xmlns:a="http://schemas.openxmlformats.org/drawingml/2006/main">
            <a:off x="762000" y="4524375"/>
            <a:ext cx="2476500" cy="647700"/>
          </a:xfrm>
          <a:prstGeom xmlns:a="http://schemas.openxmlformats.org/drawingml/2006/main" prst="rect">
            <a:avLst/>
          </a:prstGeom>
          <a:solidFill xmlns:a="http://schemas.openxmlformats.org/drawingml/2006/main">
            <a:srgbClr val="FFFFFF"/>
          </a:solidFill>
          <a:ln xmlns:a="http://schemas.openxmlformats.org/drawingml/2006/main" w="14288">
            <a:solidFill>
              <a:srgbClr val="DCE4DF"/>
            </a:solidFill>
          </a:ln>
        </p:spPr>
        <p:txBody>
          <a:bodyPr xmlns:a="http://schemas.openxmlformats.org/drawingml/2006/main" lIns="114300" tIns="114300" rIns="114300" bIns="114300" anchor="ctr"/>
          <a:lstStyle xmlns:a="http://schemas.openxmlformats.org/drawingml/2006/main">
            <a:defPPr algn="ctr">
              <a:defRPr sz="2025" b="1">
                <a:solidFill>
                  <a:srgbClr val="141414"/>
                </a:solidFill>
                <a:latin typeface="Helvetica Neue"/>
                <a:ea typeface="Helvetica Neue"/>
                <a:cs typeface="Helvetica Neue"/>
              </a:defRPr>
            </a:defPPr>
            <a:lvl1pPr algn="ctr">
              <a:defRPr sz="2025" b="1">
                <a:solidFill>
                  <a:srgbClr val="141414"/>
                </a:solidFill>
                <a:latin typeface="Helvetica Neue"/>
                <a:ea typeface="Helvetica Neue"/>
                <a:cs typeface="Helvetica Neue"/>
              </a:defRPr>
            </a:lvl1pPr>
            <a:lvl2pPr algn="ctr">
              <a:defRPr sz="2025" b="1">
                <a:solidFill>
                  <a:srgbClr val="141414"/>
                </a:solidFill>
                <a:latin typeface="Helvetica Neue"/>
                <a:ea typeface="Helvetica Neue"/>
                <a:cs typeface="Helvetica Neue"/>
              </a:defRPr>
            </a:lvl2pPr>
            <a:lvl3pPr algn="ctr">
              <a:defRPr sz="2025" b="1">
                <a:solidFill>
                  <a:srgbClr val="141414"/>
                </a:solidFill>
                <a:latin typeface="Helvetica Neue"/>
                <a:ea typeface="Helvetica Neue"/>
                <a:cs typeface="Helvetica Neue"/>
              </a:defRPr>
            </a:lvl3pPr>
            <a:lvl4pPr algn="ctr">
              <a:defRPr sz="2025" b="1">
                <a:solidFill>
                  <a:srgbClr val="141414"/>
                </a:solidFill>
                <a:latin typeface="Helvetica Neue"/>
                <a:ea typeface="Helvetica Neue"/>
                <a:cs typeface="Helvetica Neue"/>
              </a:defRPr>
            </a:lvl4pPr>
            <a:lvl5pPr algn="ctr">
              <a:defRPr sz="2025" b="1">
                <a:solidFill>
                  <a:srgbClr val="141414"/>
                </a:solidFill>
                <a:latin typeface="Helvetica Neue"/>
                <a:ea typeface="Helvetica Neue"/>
                <a:cs typeface="Helvetica Neue"/>
              </a:defRPr>
            </a:lvl5pPr>
            <a:lvl6pPr algn="ctr">
              <a:defRPr sz="2025" b="1">
                <a:solidFill>
                  <a:srgbClr val="141414"/>
                </a:solidFill>
                <a:latin typeface="Helvetica Neue"/>
                <a:ea typeface="Helvetica Neue"/>
                <a:cs typeface="Helvetica Neue"/>
              </a:defRPr>
            </a:lvl6pPr>
            <a:lvl7pPr algn="ctr">
              <a:defRPr sz="2025" b="1">
                <a:solidFill>
                  <a:srgbClr val="141414"/>
                </a:solidFill>
                <a:latin typeface="Helvetica Neue"/>
                <a:ea typeface="Helvetica Neue"/>
                <a:cs typeface="Helvetica Neue"/>
              </a:defRPr>
            </a:lvl7pPr>
            <a:lvl8pPr algn="ctr">
              <a:defRPr sz="2025" b="1">
                <a:solidFill>
                  <a:srgbClr val="141414"/>
                </a:solidFill>
                <a:latin typeface="Helvetica Neue"/>
                <a:ea typeface="Helvetica Neue"/>
                <a:cs typeface="Helvetica Neue"/>
              </a:defRPr>
            </a:lvl8pPr>
            <a:lvl9pPr algn="ctr">
              <a:defRPr sz="2025" b="1">
                <a:solidFill>
                  <a:srgbClr val="141414"/>
                </a:solidFill>
                <a:latin typeface="Helvetica Neue"/>
                <a:ea typeface="Helvetica Neue"/>
                <a:cs typeface="Helvetica Neue"/>
              </a:defRPr>
            </a:lvl9pPr>
          </a:lstStyle>
          <a:p xmlns:a="http://schemas.openxmlformats.org/drawingml/2006/main">
            <a:pPr algn="ctr">
              <a:defRPr sz="2025" b="1">
                <a:solidFill>
                  <a:srgbClr val="141414"/>
                </a:solidFill>
                <a:latin typeface="Helvetica Neue"/>
                <a:ea typeface="Helvetica Neue"/>
                <a:cs typeface="Helvetica Neue"/>
              </a:defRPr>
            </a:pPr>
            <a:r>
              <a:rPr sz="2025" b="1">
                <a:solidFill>
                  <a:srgbClr val="141414"/>
                </a:solidFill>
                <a:latin typeface="Helvetica Neue"/>
                <a:ea typeface="Helvetica Neue"/>
                <a:cs typeface="Helvetica Neue"/>
              </a:rPr>
              <a:t>Forearm plank</a:t>
            </a:r>
          </a:p>
        </p:txBody>
      </p:sp>
      <p:sp>
        <p:nvSpPr>
          <p:cNvPr id="6" name="diagram-46">
            <a:extLst xmlns:a="http://schemas.openxmlformats.org/drawingml/2006/main">
              <a:ext uri="{FF2B5EF4-FFF2-40B4-BE49-F238E27FC236}">
                <a16:creationId xmlns:a16="http://schemas.microsoft.com/office/drawing/2014/main" id="{D26779E9-4BCE-4D45-BD2C-7A7AC8ABDBD4}"/>
              </a:ext>
            </a:extLst>
          </p:cNvPr>
          <p:cNvSpPr>
            <a:spLocks xmlns:a="http://schemas.openxmlformats.org/drawingml/2006/main" noGrp="1"/>
          </p:cNvSpPr>
          <p:nvPr/>
        </p:nvSpPr>
        <p:spPr>
          <a:xfrm xmlns:a="http://schemas.openxmlformats.org/drawingml/2006/main">
            <a:off x="5143500" y="3381375"/>
            <a:ext cx="2238375" cy="762000"/>
          </a:xfrm>
          <a:prstGeom xmlns:a="http://schemas.openxmlformats.org/drawingml/2006/main" prst="rect">
            <a:avLst/>
          </a:prstGeom>
          <a:solidFill xmlns:a="http://schemas.openxmlformats.org/drawingml/2006/main">
            <a:srgbClr val="FFFFFF"/>
          </a:solidFill>
          <a:ln xmlns:a="http://schemas.openxmlformats.org/drawingml/2006/main" w="14288">
            <a:solidFill>
              <a:srgbClr val="DCE4DF"/>
            </a:solidFill>
          </a:ln>
        </p:spPr>
        <p:txBody>
          <a:bodyPr xmlns:a="http://schemas.openxmlformats.org/drawingml/2006/main" lIns="114300" tIns="114300" rIns="114300" bIns="114300" anchor="ctr"/>
          <a:lstStyle xmlns:a="http://schemas.openxmlformats.org/drawingml/2006/main">
            <a:defPPr algn="ctr">
              <a:defRPr sz="2025" b="1">
                <a:solidFill>
                  <a:srgbClr val="141414"/>
                </a:solidFill>
                <a:latin typeface="Helvetica Neue"/>
                <a:ea typeface="Helvetica Neue"/>
                <a:cs typeface="Helvetica Neue"/>
              </a:defRPr>
            </a:defPPr>
            <a:lvl1pPr algn="ctr">
              <a:defRPr sz="2025" b="1">
                <a:solidFill>
                  <a:srgbClr val="141414"/>
                </a:solidFill>
                <a:latin typeface="Helvetica Neue"/>
                <a:ea typeface="Helvetica Neue"/>
                <a:cs typeface="Helvetica Neue"/>
              </a:defRPr>
            </a:lvl1pPr>
            <a:lvl2pPr algn="ctr">
              <a:defRPr sz="2025" b="1">
                <a:solidFill>
                  <a:srgbClr val="141414"/>
                </a:solidFill>
                <a:latin typeface="Helvetica Neue"/>
                <a:ea typeface="Helvetica Neue"/>
                <a:cs typeface="Helvetica Neue"/>
              </a:defRPr>
            </a:lvl2pPr>
            <a:lvl3pPr algn="ctr">
              <a:defRPr sz="2025" b="1">
                <a:solidFill>
                  <a:srgbClr val="141414"/>
                </a:solidFill>
                <a:latin typeface="Helvetica Neue"/>
                <a:ea typeface="Helvetica Neue"/>
                <a:cs typeface="Helvetica Neue"/>
              </a:defRPr>
            </a:lvl3pPr>
            <a:lvl4pPr algn="ctr">
              <a:defRPr sz="2025" b="1">
                <a:solidFill>
                  <a:srgbClr val="141414"/>
                </a:solidFill>
                <a:latin typeface="Helvetica Neue"/>
                <a:ea typeface="Helvetica Neue"/>
                <a:cs typeface="Helvetica Neue"/>
              </a:defRPr>
            </a:lvl4pPr>
            <a:lvl5pPr algn="ctr">
              <a:defRPr sz="2025" b="1">
                <a:solidFill>
                  <a:srgbClr val="141414"/>
                </a:solidFill>
                <a:latin typeface="Helvetica Neue"/>
                <a:ea typeface="Helvetica Neue"/>
                <a:cs typeface="Helvetica Neue"/>
              </a:defRPr>
            </a:lvl5pPr>
            <a:lvl6pPr algn="ctr">
              <a:defRPr sz="2025" b="1">
                <a:solidFill>
                  <a:srgbClr val="141414"/>
                </a:solidFill>
                <a:latin typeface="Helvetica Neue"/>
                <a:ea typeface="Helvetica Neue"/>
                <a:cs typeface="Helvetica Neue"/>
              </a:defRPr>
            </a:lvl6pPr>
            <a:lvl7pPr algn="ctr">
              <a:defRPr sz="2025" b="1">
                <a:solidFill>
                  <a:srgbClr val="141414"/>
                </a:solidFill>
                <a:latin typeface="Helvetica Neue"/>
                <a:ea typeface="Helvetica Neue"/>
                <a:cs typeface="Helvetica Neue"/>
              </a:defRPr>
            </a:lvl7pPr>
            <a:lvl8pPr algn="ctr">
              <a:defRPr sz="2025" b="1">
                <a:solidFill>
                  <a:srgbClr val="141414"/>
                </a:solidFill>
                <a:latin typeface="Helvetica Neue"/>
                <a:ea typeface="Helvetica Neue"/>
                <a:cs typeface="Helvetica Neue"/>
              </a:defRPr>
            </a:lvl8pPr>
            <a:lvl9pPr algn="ctr">
              <a:defRPr sz="2025" b="1">
                <a:solidFill>
                  <a:srgbClr val="141414"/>
                </a:solidFill>
                <a:latin typeface="Helvetica Neue"/>
                <a:ea typeface="Helvetica Neue"/>
                <a:cs typeface="Helvetica Neue"/>
              </a:defRPr>
            </a:lvl9pPr>
          </a:lstStyle>
          <a:p xmlns:a="http://schemas.openxmlformats.org/drawingml/2006/main">
            <a:pPr algn="ctr">
              <a:defRPr sz="2025" b="1">
                <a:solidFill>
                  <a:srgbClr val="141414"/>
                </a:solidFill>
                <a:latin typeface="Helvetica Neue"/>
                <a:ea typeface="Helvetica Neue"/>
                <a:cs typeface="Helvetica Neue"/>
              </a:defRPr>
            </a:pPr>
            <a:r>
              <a:rPr sz="2025" b="1">
                <a:solidFill>
                  <a:srgbClr val="141414"/>
                </a:solidFill>
                <a:latin typeface="Helvetica Neue"/>
                <a:ea typeface="Helvetica Neue"/>
                <a:cs typeface="Helvetica Neue"/>
              </a:rPr>
              <a:t>Push-ups</a:t>
            </a:r>
          </a:p>
        </p:txBody>
      </p:sp>
      <p:sp>
        <p:nvSpPr>
          <p:cNvPr id="9" name="text-47">
            <a:extLst xmlns:a="http://schemas.openxmlformats.org/drawingml/2006/main">
              <a:ext uri="{FF2B5EF4-FFF2-40B4-BE49-F238E27FC236}">
                <a16:creationId xmlns:a16="http://schemas.microsoft.com/office/drawing/2014/main" id="{5094F68A-2846-4E7A-96B6-200C33F64122}"/>
              </a:ext>
            </a:extLst>
          </p:cNvPr>
          <p:cNvSpPr>
            <a:spLocks xmlns:a="http://schemas.openxmlformats.org/drawingml/2006/main" noGrp="1"/>
          </p:cNvSpPr>
          <p:nvPr/>
        </p:nvSpPr>
        <p:spPr>
          <a:xfrm xmlns:a="http://schemas.openxmlformats.org/drawingml/2006/main">
            <a:off x="762000" y="5915025"/>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216B49"/>
                </a:solidFill>
                <a:latin typeface="Helvetica Neue"/>
                <a:ea typeface="Helvetica Neue"/>
                <a:cs typeface="Helvetica Neue"/>
              </a:defRPr>
            </a:defPPr>
            <a:lvl1pPr>
              <a:defRPr sz="1800" b="1">
                <a:solidFill>
                  <a:srgbClr val="216B49"/>
                </a:solidFill>
                <a:latin typeface="Helvetica Neue"/>
                <a:ea typeface="Helvetica Neue"/>
                <a:cs typeface="Helvetica Neue"/>
              </a:defRPr>
            </a:lvl1pPr>
            <a:lvl2pPr>
              <a:defRPr sz="1800" b="1">
                <a:solidFill>
                  <a:srgbClr val="216B49"/>
                </a:solidFill>
                <a:latin typeface="Helvetica Neue"/>
                <a:ea typeface="Helvetica Neue"/>
                <a:cs typeface="Helvetica Neue"/>
              </a:defRPr>
            </a:lvl2pPr>
            <a:lvl3pPr>
              <a:defRPr sz="1800" b="1">
                <a:solidFill>
                  <a:srgbClr val="216B49"/>
                </a:solidFill>
                <a:latin typeface="Helvetica Neue"/>
                <a:ea typeface="Helvetica Neue"/>
                <a:cs typeface="Helvetica Neue"/>
              </a:defRPr>
            </a:lvl3pPr>
            <a:lvl4pPr>
              <a:defRPr sz="1800" b="1">
                <a:solidFill>
                  <a:srgbClr val="216B49"/>
                </a:solidFill>
                <a:latin typeface="Helvetica Neue"/>
                <a:ea typeface="Helvetica Neue"/>
                <a:cs typeface="Helvetica Neue"/>
              </a:defRPr>
            </a:lvl4pPr>
            <a:lvl5pPr>
              <a:defRPr sz="1800" b="1">
                <a:solidFill>
                  <a:srgbClr val="216B49"/>
                </a:solidFill>
                <a:latin typeface="Helvetica Neue"/>
                <a:ea typeface="Helvetica Neue"/>
                <a:cs typeface="Helvetica Neue"/>
              </a:defRPr>
            </a:lvl5pPr>
            <a:lvl6pPr>
              <a:defRPr sz="1800" b="1">
                <a:solidFill>
                  <a:srgbClr val="216B49"/>
                </a:solidFill>
                <a:latin typeface="Helvetica Neue"/>
                <a:ea typeface="Helvetica Neue"/>
                <a:cs typeface="Helvetica Neue"/>
              </a:defRPr>
            </a:lvl6pPr>
            <a:lvl7pPr>
              <a:defRPr sz="1800" b="1">
                <a:solidFill>
                  <a:srgbClr val="216B49"/>
                </a:solidFill>
                <a:latin typeface="Helvetica Neue"/>
                <a:ea typeface="Helvetica Neue"/>
                <a:cs typeface="Helvetica Neue"/>
              </a:defRPr>
            </a:lvl7pPr>
            <a:lvl8pPr>
              <a:defRPr sz="1800" b="1">
                <a:solidFill>
                  <a:srgbClr val="216B49"/>
                </a:solidFill>
                <a:latin typeface="Helvetica Neue"/>
                <a:ea typeface="Helvetica Neue"/>
                <a:cs typeface="Helvetica Neue"/>
              </a:defRPr>
            </a:lvl8pPr>
            <a:lvl9pPr>
              <a:defRPr sz="1800" b="1">
                <a:solidFill>
                  <a:srgbClr val="216B49"/>
                </a:solidFill>
                <a:latin typeface="Helvetica Neue"/>
                <a:ea typeface="Helvetica Neue"/>
                <a:cs typeface="Helvetica Neue"/>
              </a:defRPr>
            </a:lvl9pPr>
          </a:lstStyle>
          <a:p xmlns:a="http://schemas.openxmlformats.org/drawingml/2006/main">
            <a:pPr>
              <a:defRPr sz="1800" b="1">
                <a:solidFill>
                  <a:srgbClr val="216B49"/>
                </a:solidFill>
                <a:latin typeface="Helvetica Neue"/>
                <a:ea typeface="Helvetica Neue"/>
                <a:cs typeface="Helvetica Neue"/>
              </a:defRPr>
            </a:pPr>
            <a:r>
              <a:rPr sz="1800" b="1">
                <a:solidFill>
                  <a:srgbClr val="216B49"/>
                </a:solidFill>
                <a:latin typeface="Helvetica Neue"/>
                <a:ea typeface="Helvetica Neue"/>
                <a:cs typeface="Helvetica Neue"/>
              </a:rPr>
              <a:t>One unlock example</a:t>
            </a:r>
          </a:p>
        </p:txBody>
      </p:sp>
      <p:sp>
        <p:nvSpPr>
          <p:cNvPr id="10" name="text-48">
            <a:extLst xmlns:a="http://schemas.openxmlformats.org/drawingml/2006/main">
              <a:ext uri="{FF2B5EF4-FFF2-40B4-BE49-F238E27FC236}">
                <a16:creationId xmlns:a16="http://schemas.microsoft.com/office/drawing/2014/main" id="{8E061674-9C98-44B1-87F7-404DD85A3A05}"/>
              </a:ext>
            </a:extLst>
          </p:cNvPr>
          <p:cNvSpPr>
            <a:spLocks xmlns:a="http://schemas.openxmlformats.org/drawingml/2006/main" noGrp="1"/>
          </p:cNvSpPr>
          <p:nvPr/>
        </p:nvSpPr>
        <p:spPr>
          <a:xfrm xmlns:a="http://schemas.openxmlformats.org/drawingml/2006/main">
            <a:off x="8239125" y="22669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141414"/>
                </a:solidFill>
                <a:latin typeface="Helvetica Neue"/>
                <a:ea typeface="Helvetica Neue"/>
                <a:cs typeface="Helvetica Neue"/>
              </a:defRPr>
            </a:defPPr>
            <a:lvl1pPr>
              <a:defRPr sz="2625" b="1">
                <a:solidFill>
                  <a:srgbClr val="141414"/>
                </a:solidFill>
                <a:latin typeface="Helvetica Neue"/>
                <a:ea typeface="Helvetica Neue"/>
                <a:cs typeface="Helvetica Neue"/>
              </a:defRPr>
            </a:lvl1pPr>
            <a:lvl2pPr>
              <a:defRPr sz="2625" b="1">
                <a:solidFill>
                  <a:srgbClr val="141414"/>
                </a:solidFill>
                <a:latin typeface="Helvetica Neue"/>
                <a:ea typeface="Helvetica Neue"/>
                <a:cs typeface="Helvetica Neue"/>
              </a:defRPr>
            </a:lvl2pPr>
            <a:lvl3pPr>
              <a:defRPr sz="2625" b="1">
                <a:solidFill>
                  <a:srgbClr val="141414"/>
                </a:solidFill>
                <a:latin typeface="Helvetica Neue"/>
                <a:ea typeface="Helvetica Neue"/>
                <a:cs typeface="Helvetica Neue"/>
              </a:defRPr>
            </a:lvl3pPr>
            <a:lvl4pPr>
              <a:defRPr sz="2625" b="1">
                <a:solidFill>
                  <a:srgbClr val="141414"/>
                </a:solidFill>
                <a:latin typeface="Helvetica Neue"/>
                <a:ea typeface="Helvetica Neue"/>
                <a:cs typeface="Helvetica Neue"/>
              </a:defRPr>
            </a:lvl4pPr>
            <a:lvl5pPr>
              <a:defRPr sz="2625" b="1">
                <a:solidFill>
                  <a:srgbClr val="141414"/>
                </a:solidFill>
                <a:latin typeface="Helvetica Neue"/>
                <a:ea typeface="Helvetica Neue"/>
                <a:cs typeface="Helvetica Neue"/>
              </a:defRPr>
            </a:lvl5pPr>
            <a:lvl6pPr>
              <a:defRPr sz="2625" b="1">
                <a:solidFill>
                  <a:srgbClr val="141414"/>
                </a:solidFill>
                <a:latin typeface="Helvetica Neue"/>
                <a:ea typeface="Helvetica Neue"/>
                <a:cs typeface="Helvetica Neue"/>
              </a:defRPr>
            </a:lvl6pPr>
            <a:lvl7pPr>
              <a:defRPr sz="2625" b="1">
                <a:solidFill>
                  <a:srgbClr val="141414"/>
                </a:solidFill>
                <a:latin typeface="Helvetica Neue"/>
                <a:ea typeface="Helvetica Neue"/>
                <a:cs typeface="Helvetica Neue"/>
              </a:defRPr>
            </a:lvl7pPr>
            <a:lvl8pPr>
              <a:defRPr sz="2625" b="1">
                <a:solidFill>
                  <a:srgbClr val="141414"/>
                </a:solidFill>
                <a:latin typeface="Helvetica Neue"/>
                <a:ea typeface="Helvetica Neue"/>
                <a:cs typeface="Helvetica Neue"/>
              </a:defRPr>
            </a:lvl8pPr>
            <a:lvl9pPr>
              <a:defRPr sz="2625" b="1">
                <a:solidFill>
                  <a:srgbClr val="141414"/>
                </a:solidFill>
                <a:latin typeface="Helvetica Neue"/>
                <a:ea typeface="Helvetica Neue"/>
                <a:cs typeface="Helvetica Neue"/>
              </a:defRPr>
            </a:lvl9pPr>
          </a:lstStyle>
          <a:p xmlns:a="http://schemas.openxmlformats.org/drawingml/2006/main">
            <a:pPr>
              <a:defRPr sz="2625" b="1">
                <a:solidFill>
                  <a:srgbClr val="141414"/>
                </a:solidFill>
                <a:latin typeface="Helvetica Neue"/>
                <a:ea typeface="Helvetica Neue"/>
                <a:cs typeface="Helvetica Neue"/>
              </a:defRPr>
            </a:pPr>
            <a:r>
              <a:rPr sz="2625" b="1">
                <a:solidFill>
                  <a:srgbClr val="141414"/>
                </a:solidFill>
                <a:latin typeface="Helvetica Neue"/>
                <a:ea typeface="Helvetica Neue"/>
                <a:cs typeface="Helvetica Neue"/>
              </a:rPr>
              <a:t>3 qualifying sets</a:t>
            </a:r>
          </a:p>
          <a:p xmlns:a="http://schemas.openxmlformats.org/drawingml/2006/main">
            <a:pPr>
              <a:defRPr sz="2625" b="1">
                <a:solidFill>
                  <a:srgbClr val="141414"/>
                </a:solidFill>
                <a:latin typeface="Helvetica Neue"/>
                <a:ea typeface="Helvetica Neue"/>
                <a:cs typeface="Helvetica Neue"/>
              </a:defRPr>
            </a:pPr>
            <a:r>
              <a:rPr sz="2625" b="1">
                <a:solidFill>
                  <a:srgbClr val="141414"/>
                </a:solidFill>
                <a:latin typeface="Helvetica Neue"/>
                <a:ea typeface="Helvetica Neue"/>
                <a:cs typeface="Helvetica Neue"/>
              </a:rPr>
              <a:t>across 2 days</a:t>
            </a:r>
          </a:p>
        </p:txBody>
      </p:sp>
      <p:sp>
        <p:nvSpPr>
          <p:cNvPr id="11" name="text-49">
            <a:extLst xmlns:a="http://schemas.openxmlformats.org/drawingml/2006/main">
              <a:ext uri="{FF2B5EF4-FFF2-40B4-BE49-F238E27FC236}">
                <a16:creationId xmlns:a16="http://schemas.microsoft.com/office/drawing/2014/main" id="{EA8168ED-815E-4391-8FCE-62076B257BFF}"/>
              </a:ext>
            </a:extLst>
          </p:cNvPr>
          <p:cNvSpPr>
            <a:spLocks xmlns:a="http://schemas.openxmlformats.org/drawingml/2006/main" noGrp="1"/>
          </p:cNvSpPr>
          <p:nvPr/>
        </p:nvSpPr>
        <p:spPr>
          <a:xfrm xmlns:a="http://schemas.openxmlformats.org/drawingml/2006/main">
            <a:off x="8239125" y="3571875"/>
            <a:ext cx="3143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D6560"/>
                </a:solidFill>
                <a:latin typeface="Helvetica Neue"/>
                <a:ea typeface="Helvetica Neue"/>
                <a:cs typeface="Helvetica Neue"/>
              </a:defRPr>
            </a:defPPr>
            <a:lvl1pPr>
              <a:defRPr sz="2025" b="0">
                <a:solidFill>
                  <a:srgbClr val="5D6560"/>
                </a:solidFill>
                <a:latin typeface="Helvetica Neue"/>
                <a:ea typeface="Helvetica Neue"/>
                <a:cs typeface="Helvetica Neue"/>
              </a:defRPr>
            </a:lvl1pPr>
            <a:lvl2pPr>
              <a:defRPr sz="2025" b="0">
                <a:solidFill>
                  <a:srgbClr val="5D6560"/>
                </a:solidFill>
                <a:latin typeface="Helvetica Neue"/>
                <a:ea typeface="Helvetica Neue"/>
                <a:cs typeface="Helvetica Neue"/>
              </a:defRPr>
            </a:lvl2pPr>
            <a:lvl3pPr>
              <a:defRPr sz="2025" b="0">
                <a:solidFill>
                  <a:srgbClr val="5D6560"/>
                </a:solidFill>
                <a:latin typeface="Helvetica Neue"/>
                <a:ea typeface="Helvetica Neue"/>
                <a:cs typeface="Helvetica Neue"/>
              </a:defRPr>
            </a:lvl3pPr>
            <a:lvl4pPr>
              <a:defRPr sz="2025" b="0">
                <a:solidFill>
                  <a:srgbClr val="5D6560"/>
                </a:solidFill>
                <a:latin typeface="Helvetica Neue"/>
                <a:ea typeface="Helvetica Neue"/>
                <a:cs typeface="Helvetica Neue"/>
              </a:defRPr>
            </a:lvl4pPr>
            <a:lvl5pPr>
              <a:defRPr sz="2025" b="0">
                <a:solidFill>
                  <a:srgbClr val="5D6560"/>
                </a:solidFill>
                <a:latin typeface="Helvetica Neue"/>
                <a:ea typeface="Helvetica Neue"/>
                <a:cs typeface="Helvetica Neue"/>
              </a:defRPr>
            </a:lvl5pPr>
            <a:lvl6pPr>
              <a:defRPr sz="2025" b="0">
                <a:solidFill>
                  <a:srgbClr val="5D6560"/>
                </a:solidFill>
                <a:latin typeface="Helvetica Neue"/>
                <a:ea typeface="Helvetica Neue"/>
                <a:cs typeface="Helvetica Neue"/>
              </a:defRPr>
            </a:lvl6pPr>
            <a:lvl7pPr>
              <a:defRPr sz="2025" b="0">
                <a:solidFill>
                  <a:srgbClr val="5D6560"/>
                </a:solidFill>
                <a:latin typeface="Helvetica Neue"/>
                <a:ea typeface="Helvetica Neue"/>
                <a:cs typeface="Helvetica Neue"/>
              </a:defRPr>
            </a:lvl7pPr>
            <a:lvl8pPr>
              <a:defRPr sz="2025" b="0">
                <a:solidFill>
                  <a:srgbClr val="5D6560"/>
                </a:solidFill>
                <a:latin typeface="Helvetica Neue"/>
                <a:ea typeface="Helvetica Neue"/>
                <a:cs typeface="Helvetica Neue"/>
              </a:defRPr>
            </a:lvl8pPr>
            <a:lvl9pPr>
              <a:defRPr sz="2025" b="0">
                <a:solidFill>
                  <a:srgbClr val="5D6560"/>
                </a:solidFill>
                <a:latin typeface="Helvetica Neue"/>
                <a:ea typeface="Helvetica Neue"/>
                <a:cs typeface="Helvetica Neue"/>
              </a:defRPr>
            </a:lvl9pPr>
          </a:lstStyle>
          <a:p xmlns:a="http://schemas.openxmlformats.org/drawingml/2006/main">
            <a:pPr>
              <a:defRPr sz="2025" b="0">
                <a:solidFill>
                  <a:srgbClr val="5D6560"/>
                </a:solidFill>
                <a:latin typeface="Helvetica Neue"/>
                <a:ea typeface="Helvetica Neue"/>
                <a:cs typeface="Helvetica Neue"/>
              </a:defRPr>
            </a:pPr>
            <a:r>
              <a:rPr sz="2025" b="0">
                <a:solidFill>
                  <a:srgbClr val="5D6560"/>
                </a:solidFill>
                <a:latin typeface="Helvetica Neue"/>
                <a:ea typeface="Helvetica Neue"/>
                <a:cs typeface="Helvetica Neue"/>
              </a:rPr>
              <a:t>All prerequisites complete.</a:t>
            </a:r>
          </a:p>
          <a:p xmlns:a="http://schemas.openxmlformats.org/drawingml/2006/main">
            <a:pPr>
              <a:defRPr sz="2025" b="0">
                <a:solidFill>
                  <a:srgbClr val="5D6560"/>
                </a:solidFill>
                <a:latin typeface="Helvetica Neue"/>
                <a:ea typeface="Helvetica Neue"/>
                <a:cs typeface="Helvetica Neue"/>
              </a:defRPr>
            </a:pPr>
            <a:r>
              <a:rPr sz="2025" b="0">
                <a:solidFill>
                  <a:srgbClr val="5D6560"/>
                </a:solidFill>
                <a:latin typeface="Helvetica Neue"/>
                <a:ea typeface="Helvetica Neue"/>
                <a:cs typeface="Helvetica Neue"/>
              </a:rPr>
              <a:t>Practice remains open.</a:t>
            </a:r>
          </a:p>
          <a:p xmlns:a="http://schemas.openxmlformats.org/drawingml/2006/main">
            <a:pPr>
              <a:defRPr sz="2025" b="0">
                <a:solidFill>
                  <a:srgbClr val="5D6560"/>
                </a:solidFill>
                <a:latin typeface="Helvetica Neue"/>
                <a:ea typeface="Helvetica Neue"/>
                <a:cs typeface="Helvetica Neue"/>
              </a:defRPr>
            </a:pPr>
            <a:r>
              <a:rPr sz="2025" b="0">
                <a:solidFill>
                  <a:srgbClr val="5D6560"/>
                </a:solidFill>
                <a:latin typeface="Helvetica Neue"/>
                <a:ea typeface="Helvetica Neue"/>
                <a:cs typeface="Helvetica Neue"/>
              </a:rPr>
              <a:t>Sources stay visible.</a:t>
            </a:r>
          </a:p>
        </p:txBody>
      </p:sp>
      <p:sp>
        <p:nvSpPr>
          <p:cNvPr id="12" name="text-50">
            <a:extLst xmlns:a="http://schemas.openxmlformats.org/drawingml/2006/main">
              <a:ext uri="{FF2B5EF4-FFF2-40B4-BE49-F238E27FC236}">
                <a16:creationId xmlns:a16="http://schemas.microsoft.com/office/drawing/2014/main" id="{5CB013A7-A99D-4BB2-88F5-E26EC7E5B99D}"/>
              </a:ext>
            </a:extLst>
          </p:cNvPr>
          <p:cNvSpPr>
            <a:spLocks xmlns:a="http://schemas.openxmlformats.org/drawingml/2006/main" noGrp="1"/>
          </p:cNvSpPr>
          <p:nvPr/>
        </p:nvSpPr>
        <p:spPr>
          <a:xfrm xmlns:a="http://schemas.openxmlformats.org/drawingml/2006/main">
            <a:off x="8239125" y="5238750"/>
            <a:ext cx="3143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D6560"/>
                </a:solidFill>
                <a:latin typeface="Helvetica Neue"/>
                <a:ea typeface="Helvetica Neue"/>
                <a:cs typeface="Helvetica Neue"/>
              </a:defRPr>
            </a:defPPr>
            <a:lvl1pPr>
              <a:defRPr sz="1800" b="0">
                <a:solidFill>
                  <a:srgbClr val="5D6560"/>
                </a:solidFill>
                <a:latin typeface="Helvetica Neue"/>
                <a:ea typeface="Helvetica Neue"/>
                <a:cs typeface="Helvetica Neue"/>
              </a:defRPr>
            </a:lvl1pPr>
            <a:lvl2pPr>
              <a:defRPr sz="1800" b="0">
                <a:solidFill>
                  <a:srgbClr val="5D6560"/>
                </a:solidFill>
                <a:latin typeface="Helvetica Neue"/>
                <a:ea typeface="Helvetica Neue"/>
                <a:cs typeface="Helvetica Neue"/>
              </a:defRPr>
            </a:lvl2pPr>
            <a:lvl3pPr>
              <a:defRPr sz="1800" b="0">
                <a:solidFill>
                  <a:srgbClr val="5D6560"/>
                </a:solidFill>
                <a:latin typeface="Helvetica Neue"/>
                <a:ea typeface="Helvetica Neue"/>
                <a:cs typeface="Helvetica Neue"/>
              </a:defRPr>
            </a:lvl3pPr>
            <a:lvl4pPr>
              <a:defRPr sz="1800" b="0">
                <a:solidFill>
                  <a:srgbClr val="5D6560"/>
                </a:solidFill>
                <a:latin typeface="Helvetica Neue"/>
                <a:ea typeface="Helvetica Neue"/>
                <a:cs typeface="Helvetica Neue"/>
              </a:defRPr>
            </a:lvl4pPr>
            <a:lvl5pPr>
              <a:defRPr sz="1800" b="0">
                <a:solidFill>
                  <a:srgbClr val="5D6560"/>
                </a:solidFill>
                <a:latin typeface="Helvetica Neue"/>
                <a:ea typeface="Helvetica Neue"/>
                <a:cs typeface="Helvetica Neue"/>
              </a:defRPr>
            </a:lvl5pPr>
            <a:lvl6pPr>
              <a:defRPr sz="1800" b="0">
                <a:solidFill>
                  <a:srgbClr val="5D6560"/>
                </a:solidFill>
                <a:latin typeface="Helvetica Neue"/>
                <a:ea typeface="Helvetica Neue"/>
                <a:cs typeface="Helvetica Neue"/>
              </a:defRPr>
            </a:lvl6pPr>
            <a:lvl7pPr>
              <a:defRPr sz="1800" b="0">
                <a:solidFill>
                  <a:srgbClr val="5D6560"/>
                </a:solidFill>
                <a:latin typeface="Helvetica Neue"/>
                <a:ea typeface="Helvetica Neue"/>
                <a:cs typeface="Helvetica Neue"/>
              </a:defRPr>
            </a:lvl7pPr>
            <a:lvl8pPr>
              <a:defRPr sz="1800" b="0">
                <a:solidFill>
                  <a:srgbClr val="5D6560"/>
                </a:solidFill>
                <a:latin typeface="Helvetica Neue"/>
                <a:ea typeface="Helvetica Neue"/>
                <a:cs typeface="Helvetica Neue"/>
              </a:defRPr>
            </a:lvl8pPr>
            <a:lvl9pPr>
              <a:defRPr sz="1800" b="0">
                <a:solidFill>
                  <a:srgbClr val="5D6560"/>
                </a:solidFill>
                <a:latin typeface="Helvetica Neue"/>
                <a:ea typeface="Helvetica Neue"/>
                <a:cs typeface="Helvetica Neue"/>
              </a:defRPr>
            </a:lvl9pPr>
          </a:lstStyle>
          <a:p xmlns:a="http://schemas.openxmlformats.org/drawingml/2006/main">
            <a:pPr>
              <a:defRPr sz="1800" b="0">
                <a:solidFill>
                  <a:srgbClr val="5D6560"/>
                </a:solidFill>
                <a:latin typeface="Helvetica Neue"/>
                <a:ea typeface="Helvetica Neue"/>
                <a:cs typeface="Helvetica Neue"/>
              </a:defRPr>
            </a:pPr>
            <a:r>
              <a:rPr sz="1800" b="0">
                <a:solidFill>
                  <a:srgbClr val="5D6560"/>
                </a:solidFill>
                <a:latin typeface="Helvetica Neue"/>
                <a:ea typeface="Helvetica Neue"/>
                <a:cs typeface="Helvetica Neue"/>
              </a:rPr>
              <a:t>Replay and discomfort</a:t>
            </a:r>
          </a:p>
          <a:p xmlns:a="http://schemas.openxmlformats.org/drawingml/2006/main">
            <a:pPr>
              <a:defRPr sz="1800" b="0">
                <a:solidFill>
                  <a:srgbClr val="5D6560"/>
                </a:solidFill>
                <a:latin typeface="Helvetica Neue"/>
                <a:ea typeface="Helvetica Neue"/>
                <a:cs typeface="Helvetica Neue"/>
              </a:defRPr>
            </a:pPr>
            <a:r>
              <a:rPr sz="1800" b="0">
                <a:solidFill>
                  <a:srgbClr val="5D6560"/>
                </a:solidFill>
                <a:latin typeface="Helvetica Neue"/>
                <a:ea typeface="Helvetica Neue"/>
                <a:cs typeface="Helvetica Neue"/>
              </a:rPr>
              <a:t>do not earn completion.</a:t>
            </a:r>
          </a:p>
        </p:txBody>
      </p:sp>
    </p:spTree>
    <p:extLst>
      <p:ext uri="{BB962C8B-B14F-4D97-AF65-F5344CB8AC3E}">
        <p14:creationId xmlns:p14="http://schemas.microsoft.com/office/powerpoint/2010/main" val="202054000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51">
            <a:extLst xmlns:a="http://schemas.openxmlformats.org/drawingml/2006/main">
              <a:ext uri="{FF2B5EF4-FFF2-40B4-BE49-F238E27FC236}">
                <a16:creationId xmlns:a16="http://schemas.microsoft.com/office/drawing/2014/main" id="{A25DEED0-304F-44D0-885F-5E8B6B64171D}"/>
              </a:ext>
            </a:extLst>
          </p:cNvPr>
          <p:cNvSpPr>
            <a:spLocks xmlns:a="http://schemas.openxmlformats.org/drawingml/2006/main" noGrp="1"/>
          </p:cNvSpPr>
          <p:nvPr/>
        </p:nvSpPr>
        <p:spPr>
          <a:xfrm xmlns:a="http://schemas.openxmlformats.org/drawingml/2006/main">
            <a:off x="723900" y="55245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41414"/>
                </a:solidFill>
                <a:latin typeface="Helvetica Neue"/>
                <a:ea typeface="Helvetica Neue"/>
                <a:cs typeface="Helvetica Neue"/>
              </a:defRPr>
            </a:defPPr>
            <a:lvl1pPr>
              <a:defRPr sz="3600" b="1">
                <a:solidFill>
                  <a:srgbClr val="141414"/>
                </a:solidFill>
                <a:latin typeface="Helvetica Neue"/>
                <a:ea typeface="Helvetica Neue"/>
                <a:cs typeface="Helvetica Neue"/>
              </a:defRPr>
            </a:lvl1pPr>
            <a:lvl2pPr>
              <a:defRPr sz="3600" b="1">
                <a:solidFill>
                  <a:srgbClr val="141414"/>
                </a:solidFill>
                <a:latin typeface="Helvetica Neue"/>
                <a:ea typeface="Helvetica Neue"/>
                <a:cs typeface="Helvetica Neue"/>
              </a:defRPr>
            </a:lvl2pPr>
            <a:lvl3pPr>
              <a:defRPr sz="3600" b="1">
                <a:solidFill>
                  <a:srgbClr val="141414"/>
                </a:solidFill>
                <a:latin typeface="Helvetica Neue"/>
                <a:ea typeface="Helvetica Neue"/>
                <a:cs typeface="Helvetica Neue"/>
              </a:defRPr>
            </a:lvl3pPr>
            <a:lvl4pPr>
              <a:defRPr sz="3600" b="1">
                <a:solidFill>
                  <a:srgbClr val="141414"/>
                </a:solidFill>
                <a:latin typeface="Helvetica Neue"/>
                <a:ea typeface="Helvetica Neue"/>
                <a:cs typeface="Helvetica Neue"/>
              </a:defRPr>
            </a:lvl4pPr>
            <a:lvl5pPr>
              <a:defRPr sz="3600" b="1">
                <a:solidFill>
                  <a:srgbClr val="141414"/>
                </a:solidFill>
                <a:latin typeface="Helvetica Neue"/>
                <a:ea typeface="Helvetica Neue"/>
                <a:cs typeface="Helvetica Neue"/>
              </a:defRPr>
            </a:lvl5pPr>
            <a:lvl6pPr>
              <a:defRPr sz="3600" b="1">
                <a:solidFill>
                  <a:srgbClr val="141414"/>
                </a:solidFill>
                <a:latin typeface="Helvetica Neue"/>
                <a:ea typeface="Helvetica Neue"/>
                <a:cs typeface="Helvetica Neue"/>
              </a:defRPr>
            </a:lvl6pPr>
            <a:lvl7pPr>
              <a:defRPr sz="3600" b="1">
                <a:solidFill>
                  <a:srgbClr val="141414"/>
                </a:solidFill>
                <a:latin typeface="Helvetica Neue"/>
                <a:ea typeface="Helvetica Neue"/>
                <a:cs typeface="Helvetica Neue"/>
              </a:defRPr>
            </a:lvl7pPr>
            <a:lvl8pPr>
              <a:defRPr sz="3600" b="1">
                <a:solidFill>
                  <a:srgbClr val="141414"/>
                </a:solidFill>
                <a:latin typeface="Helvetica Neue"/>
                <a:ea typeface="Helvetica Neue"/>
                <a:cs typeface="Helvetica Neue"/>
              </a:defRPr>
            </a:lvl8pPr>
            <a:lvl9pPr>
              <a:defRPr sz="3600" b="1">
                <a:solidFill>
                  <a:srgbClr val="141414"/>
                </a:solidFill>
                <a:latin typeface="Helvetica Neue"/>
                <a:ea typeface="Helvetica Neue"/>
                <a:cs typeface="Helvetica Neue"/>
              </a:defRPr>
            </a:lvl9pPr>
          </a:lstStyle>
          <a:p xmlns:a="http://schemas.openxmlformats.org/drawingml/2006/main">
            <a:pPr>
              <a:defRPr sz="3600" b="1">
                <a:solidFill>
                  <a:srgbClr val="141414"/>
                </a:solidFill>
                <a:latin typeface="Helvetica Neue"/>
                <a:ea typeface="Helvetica Neue"/>
                <a:cs typeface="Helvetica Neue"/>
              </a:defRPr>
            </a:pPr>
            <a:r>
              <a:rPr sz="3600" b="1">
                <a:solidFill>
                  <a:srgbClr val="141414"/>
                </a:solidFill>
                <a:latin typeface="Helvetica Neue"/>
                <a:ea typeface="Helvetica Neue"/>
                <a:cs typeface="Helvetica Neue"/>
              </a:rPr>
              <a:t>Four Gemini requests share a grounded contract</a:t>
            </a:r>
          </a:p>
        </p:txBody>
      </p:sp>
      <p:sp>
        <p:nvSpPr>
          <p:cNvPr id="2" name="text-52">
            <a:extLst xmlns:a="http://schemas.openxmlformats.org/drawingml/2006/main">
              <a:ext uri="{FF2B5EF4-FFF2-40B4-BE49-F238E27FC236}">
                <a16:creationId xmlns:a16="http://schemas.microsoft.com/office/drawing/2014/main" id="{77A83F4C-C78F-45C3-8B20-C791645639C9}"/>
              </a:ext>
            </a:extLst>
          </p:cNvPr>
          <p:cNvSpPr>
            <a:spLocks xmlns:a="http://schemas.openxmlformats.org/drawingml/2006/main" noGrp="1"/>
          </p:cNvSpPr>
          <p:nvPr/>
        </p:nvSpPr>
        <p:spPr>
          <a:xfrm xmlns:a="http://schemas.openxmlformats.org/drawingml/2006/main">
            <a:off x="10953750" y="64008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D6560"/>
                </a:solidFill>
                <a:latin typeface="Helvetica Neue"/>
                <a:ea typeface="Helvetica Neue"/>
                <a:cs typeface="Helvetica Neue"/>
              </a:defRPr>
            </a:defPPr>
            <a:lvl1pPr algn="r">
              <a:defRPr sz="1425" b="0">
                <a:solidFill>
                  <a:srgbClr val="5D6560"/>
                </a:solidFill>
                <a:latin typeface="Helvetica Neue"/>
                <a:ea typeface="Helvetica Neue"/>
                <a:cs typeface="Helvetica Neue"/>
              </a:defRPr>
            </a:lvl1pPr>
            <a:lvl2pPr algn="r">
              <a:defRPr sz="1425" b="0">
                <a:solidFill>
                  <a:srgbClr val="5D6560"/>
                </a:solidFill>
                <a:latin typeface="Helvetica Neue"/>
                <a:ea typeface="Helvetica Neue"/>
                <a:cs typeface="Helvetica Neue"/>
              </a:defRPr>
            </a:lvl2pPr>
            <a:lvl3pPr algn="r">
              <a:defRPr sz="1425" b="0">
                <a:solidFill>
                  <a:srgbClr val="5D6560"/>
                </a:solidFill>
                <a:latin typeface="Helvetica Neue"/>
                <a:ea typeface="Helvetica Neue"/>
                <a:cs typeface="Helvetica Neue"/>
              </a:defRPr>
            </a:lvl3pPr>
            <a:lvl4pPr algn="r">
              <a:defRPr sz="1425" b="0">
                <a:solidFill>
                  <a:srgbClr val="5D6560"/>
                </a:solidFill>
                <a:latin typeface="Helvetica Neue"/>
                <a:ea typeface="Helvetica Neue"/>
                <a:cs typeface="Helvetica Neue"/>
              </a:defRPr>
            </a:lvl4pPr>
            <a:lvl5pPr algn="r">
              <a:defRPr sz="1425" b="0">
                <a:solidFill>
                  <a:srgbClr val="5D6560"/>
                </a:solidFill>
                <a:latin typeface="Helvetica Neue"/>
                <a:ea typeface="Helvetica Neue"/>
                <a:cs typeface="Helvetica Neue"/>
              </a:defRPr>
            </a:lvl5pPr>
            <a:lvl6pPr algn="r">
              <a:defRPr sz="1425" b="0">
                <a:solidFill>
                  <a:srgbClr val="5D6560"/>
                </a:solidFill>
                <a:latin typeface="Helvetica Neue"/>
                <a:ea typeface="Helvetica Neue"/>
                <a:cs typeface="Helvetica Neue"/>
              </a:defRPr>
            </a:lvl6pPr>
            <a:lvl7pPr algn="r">
              <a:defRPr sz="1425" b="0">
                <a:solidFill>
                  <a:srgbClr val="5D6560"/>
                </a:solidFill>
                <a:latin typeface="Helvetica Neue"/>
                <a:ea typeface="Helvetica Neue"/>
                <a:cs typeface="Helvetica Neue"/>
              </a:defRPr>
            </a:lvl7pPr>
            <a:lvl8pPr algn="r">
              <a:defRPr sz="1425" b="0">
                <a:solidFill>
                  <a:srgbClr val="5D6560"/>
                </a:solidFill>
                <a:latin typeface="Helvetica Neue"/>
                <a:ea typeface="Helvetica Neue"/>
                <a:cs typeface="Helvetica Neue"/>
              </a:defRPr>
            </a:lvl8pPr>
            <a:lvl9pPr algn="r">
              <a:defRPr sz="1425" b="0">
                <a:solidFill>
                  <a:srgbClr val="5D6560"/>
                </a:solidFill>
                <a:latin typeface="Helvetica Neue"/>
                <a:ea typeface="Helvetica Neue"/>
                <a:cs typeface="Helvetica Neue"/>
              </a:defRPr>
            </a:lvl9pPr>
          </a:lstStyle>
          <a:p xmlns:a="http://schemas.openxmlformats.org/drawingml/2006/main">
            <a:pPr algn="r">
              <a:defRPr sz="1425" b="0">
                <a:solidFill>
                  <a:srgbClr val="5D6560"/>
                </a:solidFill>
                <a:latin typeface="Helvetica Neue"/>
                <a:ea typeface="Helvetica Neue"/>
                <a:cs typeface="Helvetica Neue"/>
              </a:defRPr>
            </a:pPr>
            <a:r>
              <a:rPr sz="1425" b="0">
                <a:solidFill>
                  <a:srgbClr val="5D6560"/>
                </a:solidFill>
                <a:latin typeface="Helvetica Neue"/>
                <a:ea typeface="Helvetica Neue"/>
                <a:cs typeface="Helvetica Neue"/>
              </a:rPr>
              <a:t>06</a:t>
            </a:r>
          </a:p>
        </p:txBody>
      </p:sp>
      <p:sp>
        <p:nvSpPr>
          <p:cNvPr id="3" name="text-53">
            <a:extLst xmlns:a="http://schemas.openxmlformats.org/drawingml/2006/main">
              <a:ext uri="{FF2B5EF4-FFF2-40B4-BE49-F238E27FC236}">
                <a16:creationId xmlns:a16="http://schemas.microsoft.com/office/drawing/2014/main" id="{EAC194D6-C781-459F-9CBD-5485DF55EE23}"/>
              </a:ext>
            </a:extLst>
          </p:cNvPr>
          <p:cNvSpPr>
            <a:spLocks xmlns:a="http://schemas.openxmlformats.org/drawingml/2006/main" noGrp="1"/>
          </p:cNvSpPr>
          <p:nvPr/>
        </p:nvSpPr>
        <p:spPr>
          <a:xfrm xmlns:a="http://schemas.openxmlformats.org/drawingml/2006/main">
            <a:off x="762000" y="184785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216B49"/>
                </a:solidFill>
                <a:latin typeface="Helvetica Neue"/>
                <a:ea typeface="Helvetica Neue"/>
                <a:cs typeface="Helvetica Neue"/>
              </a:defRPr>
            </a:defPPr>
            <a:lvl1pPr>
              <a:defRPr sz="2625" b="1">
                <a:solidFill>
                  <a:srgbClr val="216B49"/>
                </a:solidFill>
                <a:latin typeface="Helvetica Neue"/>
                <a:ea typeface="Helvetica Neue"/>
                <a:cs typeface="Helvetica Neue"/>
              </a:defRPr>
            </a:lvl1pPr>
            <a:lvl2pPr>
              <a:defRPr sz="2625" b="1">
                <a:solidFill>
                  <a:srgbClr val="216B49"/>
                </a:solidFill>
                <a:latin typeface="Helvetica Neue"/>
                <a:ea typeface="Helvetica Neue"/>
                <a:cs typeface="Helvetica Neue"/>
              </a:defRPr>
            </a:lvl2pPr>
            <a:lvl3pPr>
              <a:defRPr sz="2625" b="1">
                <a:solidFill>
                  <a:srgbClr val="216B49"/>
                </a:solidFill>
                <a:latin typeface="Helvetica Neue"/>
                <a:ea typeface="Helvetica Neue"/>
                <a:cs typeface="Helvetica Neue"/>
              </a:defRPr>
            </a:lvl3pPr>
            <a:lvl4pPr>
              <a:defRPr sz="2625" b="1">
                <a:solidFill>
                  <a:srgbClr val="216B49"/>
                </a:solidFill>
                <a:latin typeface="Helvetica Neue"/>
                <a:ea typeface="Helvetica Neue"/>
                <a:cs typeface="Helvetica Neue"/>
              </a:defRPr>
            </a:lvl4pPr>
            <a:lvl5pPr>
              <a:defRPr sz="2625" b="1">
                <a:solidFill>
                  <a:srgbClr val="216B49"/>
                </a:solidFill>
                <a:latin typeface="Helvetica Neue"/>
                <a:ea typeface="Helvetica Neue"/>
                <a:cs typeface="Helvetica Neue"/>
              </a:defRPr>
            </a:lvl5pPr>
            <a:lvl6pPr>
              <a:defRPr sz="2625" b="1">
                <a:solidFill>
                  <a:srgbClr val="216B49"/>
                </a:solidFill>
                <a:latin typeface="Helvetica Neue"/>
                <a:ea typeface="Helvetica Neue"/>
                <a:cs typeface="Helvetica Neue"/>
              </a:defRPr>
            </a:lvl6pPr>
            <a:lvl7pPr>
              <a:defRPr sz="2625" b="1">
                <a:solidFill>
                  <a:srgbClr val="216B49"/>
                </a:solidFill>
                <a:latin typeface="Helvetica Neue"/>
                <a:ea typeface="Helvetica Neue"/>
                <a:cs typeface="Helvetica Neue"/>
              </a:defRPr>
            </a:lvl7pPr>
            <a:lvl8pPr>
              <a:defRPr sz="2625" b="1">
                <a:solidFill>
                  <a:srgbClr val="216B49"/>
                </a:solidFill>
                <a:latin typeface="Helvetica Neue"/>
                <a:ea typeface="Helvetica Neue"/>
                <a:cs typeface="Helvetica Neue"/>
              </a:defRPr>
            </a:lvl8pPr>
            <a:lvl9pPr>
              <a:defRPr sz="2625" b="1">
                <a:solidFill>
                  <a:srgbClr val="216B49"/>
                </a:solidFill>
                <a:latin typeface="Helvetica Neue"/>
                <a:ea typeface="Helvetica Neue"/>
                <a:cs typeface="Helvetica Neue"/>
              </a:defRPr>
            </a:lvl9pPr>
          </a:lstStyle>
          <a:p xmlns:a="http://schemas.openxmlformats.org/drawingml/2006/main">
            <a:pPr>
              <a:defRPr sz="2625" b="1">
                <a:solidFill>
                  <a:srgbClr val="216B49"/>
                </a:solidFill>
                <a:latin typeface="Helvetica Neue"/>
                <a:ea typeface="Helvetica Neue"/>
                <a:cs typeface="Helvetica Neue"/>
              </a:defRPr>
            </a:pPr>
            <a:r>
              <a:rPr sz="2625" b="1">
                <a:solidFill>
                  <a:srgbClr val="216B49"/>
                </a:solidFill>
                <a:latin typeface="Helvetica Neue"/>
                <a:ea typeface="Helvetica Neue"/>
                <a:cs typeface="Helvetica Neue"/>
              </a:rPr>
              <a:t>01</a:t>
            </a:r>
          </a:p>
        </p:txBody>
      </p:sp>
      <p:sp>
        <p:nvSpPr>
          <p:cNvPr id="4" name="text-54">
            <a:extLst xmlns:a="http://schemas.openxmlformats.org/drawingml/2006/main">
              <a:ext uri="{FF2B5EF4-FFF2-40B4-BE49-F238E27FC236}">
                <a16:creationId xmlns:a16="http://schemas.microsoft.com/office/drawing/2014/main" id="{EAC0DEC3-847F-4A18-B91B-453278EB183B}"/>
              </a:ext>
            </a:extLst>
          </p:cNvPr>
          <p:cNvSpPr>
            <a:spLocks xmlns:a="http://schemas.openxmlformats.org/drawingml/2006/main" noGrp="1"/>
          </p:cNvSpPr>
          <p:nvPr/>
        </p:nvSpPr>
        <p:spPr>
          <a:xfrm xmlns:a="http://schemas.openxmlformats.org/drawingml/2006/main">
            <a:off x="1676400" y="1847850"/>
            <a:ext cx="3714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41414"/>
                </a:solidFill>
                <a:latin typeface="Helvetica Neue"/>
                <a:ea typeface="Helvetica Neue"/>
                <a:cs typeface="Helvetica Neue"/>
              </a:defRPr>
            </a:defPPr>
            <a:lvl1pPr>
              <a:defRPr sz="2400" b="1">
                <a:solidFill>
                  <a:srgbClr val="141414"/>
                </a:solidFill>
                <a:latin typeface="Helvetica Neue"/>
                <a:ea typeface="Helvetica Neue"/>
                <a:cs typeface="Helvetica Neue"/>
              </a:defRPr>
            </a:lvl1pPr>
            <a:lvl2pPr>
              <a:defRPr sz="2400" b="1">
                <a:solidFill>
                  <a:srgbClr val="141414"/>
                </a:solidFill>
                <a:latin typeface="Helvetica Neue"/>
                <a:ea typeface="Helvetica Neue"/>
                <a:cs typeface="Helvetica Neue"/>
              </a:defRPr>
            </a:lvl2pPr>
            <a:lvl3pPr>
              <a:defRPr sz="2400" b="1">
                <a:solidFill>
                  <a:srgbClr val="141414"/>
                </a:solidFill>
                <a:latin typeface="Helvetica Neue"/>
                <a:ea typeface="Helvetica Neue"/>
                <a:cs typeface="Helvetica Neue"/>
              </a:defRPr>
            </a:lvl3pPr>
            <a:lvl4pPr>
              <a:defRPr sz="2400" b="1">
                <a:solidFill>
                  <a:srgbClr val="141414"/>
                </a:solidFill>
                <a:latin typeface="Helvetica Neue"/>
                <a:ea typeface="Helvetica Neue"/>
                <a:cs typeface="Helvetica Neue"/>
              </a:defRPr>
            </a:lvl4pPr>
            <a:lvl5pPr>
              <a:defRPr sz="2400" b="1">
                <a:solidFill>
                  <a:srgbClr val="141414"/>
                </a:solidFill>
                <a:latin typeface="Helvetica Neue"/>
                <a:ea typeface="Helvetica Neue"/>
                <a:cs typeface="Helvetica Neue"/>
              </a:defRPr>
            </a:lvl5pPr>
            <a:lvl6pPr>
              <a:defRPr sz="2400" b="1">
                <a:solidFill>
                  <a:srgbClr val="141414"/>
                </a:solidFill>
                <a:latin typeface="Helvetica Neue"/>
                <a:ea typeface="Helvetica Neue"/>
                <a:cs typeface="Helvetica Neue"/>
              </a:defRPr>
            </a:lvl6pPr>
            <a:lvl7pPr>
              <a:defRPr sz="2400" b="1">
                <a:solidFill>
                  <a:srgbClr val="141414"/>
                </a:solidFill>
                <a:latin typeface="Helvetica Neue"/>
                <a:ea typeface="Helvetica Neue"/>
                <a:cs typeface="Helvetica Neue"/>
              </a:defRPr>
            </a:lvl7pPr>
            <a:lvl8pPr>
              <a:defRPr sz="2400" b="1">
                <a:solidFill>
                  <a:srgbClr val="141414"/>
                </a:solidFill>
                <a:latin typeface="Helvetica Neue"/>
                <a:ea typeface="Helvetica Neue"/>
                <a:cs typeface="Helvetica Neue"/>
              </a:defRPr>
            </a:lvl8pPr>
            <a:lvl9pPr>
              <a:defRPr sz="2400" b="1">
                <a:solidFill>
                  <a:srgbClr val="141414"/>
                </a:solidFill>
                <a:latin typeface="Helvetica Neue"/>
                <a:ea typeface="Helvetica Neue"/>
                <a:cs typeface="Helvetica Neue"/>
              </a:defRPr>
            </a:lvl9pPr>
          </a:lstStyle>
          <a:p xmlns:a="http://schemas.openxmlformats.org/drawingml/2006/main">
            <a:pPr>
              <a:defRPr sz="2400" b="1">
                <a:solidFill>
                  <a:srgbClr val="141414"/>
                </a:solidFill>
                <a:latin typeface="Helvetica Neue"/>
                <a:ea typeface="Helvetica Neue"/>
                <a:cs typeface="Helvetica Neue"/>
              </a:defRPr>
            </a:pPr>
            <a:r>
              <a:rPr sz="2400" b="1">
                <a:solidFill>
                  <a:srgbClr val="141414"/>
                </a:solidFill>
                <a:latin typeface="Helvetica Neue"/>
                <a:ea typeface="Helvetica Neue"/>
                <a:cs typeface="Helvetica Neue"/>
              </a:rPr>
              <a:t>Chat</a:t>
            </a:r>
          </a:p>
        </p:txBody>
      </p:sp>
      <p:sp>
        <p:nvSpPr>
          <p:cNvPr id="5" name="text-55">
            <a:extLst xmlns:a="http://schemas.openxmlformats.org/drawingml/2006/main">
              <a:ext uri="{FF2B5EF4-FFF2-40B4-BE49-F238E27FC236}">
                <a16:creationId xmlns:a16="http://schemas.microsoft.com/office/drawing/2014/main" id="{E1C31875-9DCD-4082-A0C4-164F33DF87A0}"/>
              </a:ext>
            </a:extLst>
          </p:cNvPr>
          <p:cNvSpPr>
            <a:spLocks xmlns:a="http://schemas.openxmlformats.org/drawingml/2006/main" noGrp="1"/>
          </p:cNvSpPr>
          <p:nvPr/>
        </p:nvSpPr>
        <p:spPr>
          <a:xfrm xmlns:a="http://schemas.openxmlformats.org/drawingml/2006/main">
            <a:off x="762000" y="271462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216B49"/>
                </a:solidFill>
                <a:latin typeface="Helvetica Neue"/>
                <a:ea typeface="Helvetica Neue"/>
                <a:cs typeface="Helvetica Neue"/>
              </a:defRPr>
            </a:defPPr>
            <a:lvl1pPr>
              <a:defRPr sz="2625" b="1">
                <a:solidFill>
                  <a:srgbClr val="216B49"/>
                </a:solidFill>
                <a:latin typeface="Helvetica Neue"/>
                <a:ea typeface="Helvetica Neue"/>
                <a:cs typeface="Helvetica Neue"/>
              </a:defRPr>
            </a:lvl1pPr>
            <a:lvl2pPr>
              <a:defRPr sz="2625" b="1">
                <a:solidFill>
                  <a:srgbClr val="216B49"/>
                </a:solidFill>
                <a:latin typeface="Helvetica Neue"/>
                <a:ea typeface="Helvetica Neue"/>
                <a:cs typeface="Helvetica Neue"/>
              </a:defRPr>
            </a:lvl2pPr>
            <a:lvl3pPr>
              <a:defRPr sz="2625" b="1">
                <a:solidFill>
                  <a:srgbClr val="216B49"/>
                </a:solidFill>
                <a:latin typeface="Helvetica Neue"/>
                <a:ea typeface="Helvetica Neue"/>
                <a:cs typeface="Helvetica Neue"/>
              </a:defRPr>
            </a:lvl3pPr>
            <a:lvl4pPr>
              <a:defRPr sz="2625" b="1">
                <a:solidFill>
                  <a:srgbClr val="216B49"/>
                </a:solidFill>
                <a:latin typeface="Helvetica Neue"/>
                <a:ea typeface="Helvetica Neue"/>
                <a:cs typeface="Helvetica Neue"/>
              </a:defRPr>
            </a:lvl4pPr>
            <a:lvl5pPr>
              <a:defRPr sz="2625" b="1">
                <a:solidFill>
                  <a:srgbClr val="216B49"/>
                </a:solidFill>
                <a:latin typeface="Helvetica Neue"/>
                <a:ea typeface="Helvetica Neue"/>
                <a:cs typeface="Helvetica Neue"/>
              </a:defRPr>
            </a:lvl5pPr>
            <a:lvl6pPr>
              <a:defRPr sz="2625" b="1">
                <a:solidFill>
                  <a:srgbClr val="216B49"/>
                </a:solidFill>
                <a:latin typeface="Helvetica Neue"/>
                <a:ea typeface="Helvetica Neue"/>
                <a:cs typeface="Helvetica Neue"/>
              </a:defRPr>
            </a:lvl6pPr>
            <a:lvl7pPr>
              <a:defRPr sz="2625" b="1">
                <a:solidFill>
                  <a:srgbClr val="216B49"/>
                </a:solidFill>
                <a:latin typeface="Helvetica Neue"/>
                <a:ea typeface="Helvetica Neue"/>
                <a:cs typeface="Helvetica Neue"/>
              </a:defRPr>
            </a:lvl7pPr>
            <a:lvl8pPr>
              <a:defRPr sz="2625" b="1">
                <a:solidFill>
                  <a:srgbClr val="216B49"/>
                </a:solidFill>
                <a:latin typeface="Helvetica Neue"/>
                <a:ea typeface="Helvetica Neue"/>
                <a:cs typeface="Helvetica Neue"/>
              </a:defRPr>
            </a:lvl8pPr>
            <a:lvl9pPr>
              <a:defRPr sz="2625" b="1">
                <a:solidFill>
                  <a:srgbClr val="216B49"/>
                </a:solidFill>
                <a:latin typeface="Helvetica Neue"/>
                <a:ea typeface="Helvetica Neue"/>
                <a:cs typeface="Helvetica Neue"/>
              </a:defRPr>
            </a:lvl9pPr>
          </a:lstStyle>
          <a:p xmlns:a="http://schemas.openxmlformats.org/drawingml/2006/main">
            <a:pPr>
              <a:defRPr sz="2625" b="1">
                <a:solidFill>
                  <a:srgbClr val="216B49"/>
                </a:solidFill>
                <a:latin typeface="Helvetica Neue"/>
                <a:ea typeface="Helvetica Neue"/>
                <a:cs typeface="Helvetica Neue"/>
              </a:defRPr>
            </a:pPr>
            <a:r>
              <a:rPr sz="2625" b="1">
                <a:solidFill>
                  <a:srgbClr val="216B49"/>
                </a:solidFill>
                <a:latin typeface="Helvetica Neue"/>
                <a:ea typeface="Helvetica Neue"/>
                <a:cs typeface="Helvetica Neue"/>
              </a:rPr>
              <a:t>02</a:t>
            </a:r>
          </a:p>
        </p:txBody>
      </p:sp>
      <p:sp>
        <p:nvSpPr>
          <p:cNvPr id="6" name="text-56">
            <a:extLst xmlns:a="http://schemas.openxmlformats.org/drawingml/2006/main">
              <a:ext uri="{FF2B5EF4-FFF2-40B4-BE49-F238E27FC236}">
                <a16:creationId xmlns:a16="http://schemas.microsoft.com/office/drawing/2014/main" id="{32724698-35E4-493E-B744-887903BD0ADB}"/>
              </a:ext>
            </a:extLst>
          </p:cNvPr>
          <p:cNvSpPr>
            <a:spLocks xmlns:a="http://schemas.openxmlformats.org/drawingml/2006/main" noGrp="1"/>
          </p:cNvSpPr>
          <p:nvPr/>
        </p:nvSpPr>
        <p:spPr>
          <a:xfrm xmlns:a="http://schemas.openxmlformats.org/drawingml/2006/main">
            <a:off x="1676400" y="2714625"/>
            <a:ext cx="3714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41414"/>
                </a:solidFill>
                <a:latin typeface="Helvetica Neue"/>
                <a:ea typeface="Helvetica Neue"/>
                <a:cs typeface="Helvetica Neue"/>
              </a:defRPr>
            </a:defPPr>
            <a:lvl1pPr>
              <a:defRPr sz="2400" b="1">
                <a:solidFill>
                  <a:srgbClr val="141414"/>
                </a:solidFill>
                <a:latin typeface="Helvetica Neue"/>
                <a:ea typeface="Helvetica Neue"/>
                <a:cs typeface="Helvetica Neue"/>
              </a:defRPr>
            </a:lvl1pPr>
            <a:lvl2pPr>
              <a:defRPr sz="2400" b="1">
                <a:solidFill>
                  <a:srgbClr val="141414"/>
                </a:solidFill>
                <a:latin typeface="Helvetica Neue"/>
                <a:ea typeface="Helvetica Neue"/>
                <a:cs typeface="Helvetica Neue"/>
              </a:defRPr>
            </a:lvl2pPr>
            <a:lvl3pPr>
              <a:defRPr sz="2400" b="1">
                <a:solidFill>
                  <a:srgbClr val="141414"/>
                </a:solidFill>
                <a:latin typeface="Helvetica Neue"/>
                <a:ea typeface="Helvetica Neue"/>
                <a:cs typeface="Helvetica Neue"/>
              </a:defRPr>
            </a:lvl3pPr>
            <a:lvl4pPr>
              <a:defRPr sz="2400" b="1">
                <a:solidFill>
                  <a:srgbClr val="141414"/>
                </a:solidFill>
                <a:latin typeface="Helvetica Neue"/>
                <a:ea typeface="Helvetica Neue"/>
                <a:cs typeface="Helvetica Neue"/>
              </a:defRPr>
            </a:lvl4pPr>
            <a:lvl5pPr>
              <a:defRPr sz="2400" b="1">
                <a:solidFill>
                  <a:srgbClr val="141414"/>
                </a:solidFill>
                <a:latin typeface="Helvetica Neue"/>
                <a:ea typeface="Helvetica Neue"/>
                <a:cs typeface="Helvetica Neue"/>
              </a:defRPr>
            </a:lvl5pPr>
            <a:lvl6pPr>
              <a:defRPr sz="2400" b="1">
                <a:solidFill>
                  <a:srgbClr val="141414"/>
                </a:solidFill>
                <a:latin typeface="Helvetica Neue"/>
                <a:ea typeface="Helvetica Neue"/>
                <a:cs typeface="Helvetica Neue"/>
              </a:defRPr>
            </a:lvl6pPr>
            <a:lvl7pPr>
              <a:defRPr sz="2400" b="1">
                <a:solidFill>
                  <a:srgbClr val="141414"/>
                </a:solidFill>
                <a:latin typeface="Helvetica Neue"/>
                <a:ea typeface="Helvetica Neue"/>
                <a:cs typeface="Helvetica Neue"/>
              </a:defRPr>
            </a:lvl7pPr>
            <a:lvl8pPr>
              <a:defRPr sz="2400" b="1">
                <a:solidFill>
                  <a:srgbClr val="141414"/>
                </a:solidFill>
                <a:latin typeface="Helvetica Neue"/>
                <a:ea typeface="Helvetica Neue"/>
                <a:cs typeface="Helvetica Neue"/>
              </a:defRPr>
            </a:lvl8pPr>
            <a:lvl9pPr>
              <a:defRPr sz="2400" b="1">
                <a:solidFill>
                  <a:srgbClr val="141414"/>
                </a:solidFill>
                <a:latin typeface="Helvetica Neue"/>
                <a:ea typeface="Helvetica Neue"/>
                <a:cs typeface="Helvetica Neue"/>
              </a:defRPr>
            </a:lvl9pPr>
          </a:lstStyle>
          <a:p xmlns:a="http://schemas.openxmlformats.org/drawingml/2006/main">
            <a:pPr>
              <a:defRPr sz="2400" b="1">
                <a:solidFill>
                  <a:srgbClr val="141414"/>
                </a:solidFill>
                <a:latin typeface="Helvetica Neue"/>
                <a:ea typeface="Helvetica Neue"/>
                <a:cs typeface="Helvetica Neue"/>
              </a:defRPr>
            </a:pPr>
            <a:r>
              <a:rPr sz="2400" b="1">
                <a:solidFill>
                  <a:srgbClr val="141414"/>
                </a:solidFill>
                <a:latin typeface="Helvetica Neue"/>
                <a:ea typeface="Helvetica Neue"/>
                <a:cs typeface="Helvetica Neue"/>
              </a:rPr>
              <a:t>Workout proposal</a:t>
            </a:r>
          </a:p>
        </p:txBody>
      </p:sp>
      <p:sp>
        <p:nvSpPr>
          <p:cNvPr id="7" name="text-57">
            <a:extLst xmlns:a="http://schemas.openxmlformats.org/drawingml/2006/main">
              <a:ext uri="{FF2B5EF4-FFF2-40B4-BE49-F238E27FC236}">
                <a16:creationId xmlns:a16="http://schemas.microsoft.com/office/drawing/2014/main" id="{B9D07D09-82B2-48FD-BFBF-64DDED92EE05}"/>
              </a:ext>
            </a:extLst>
          </p:cNvPr>
          <p:cNvSpPr>
            <a:spLocks xmlns:a="http://schemas.openxmlformats.org/drawingml/2006/main" noGrp="1"/>
          </p:cNvSpPr>
          <p:nvPr/>
        </p:nvSpPr>
        <p:spPr>
          <a:xfrm xmlns:a="http://schemas.openxmlformats.org/drawingml/2006/main">
            <a:off x="762000" y="358140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216B49"/>
                </a:solidFill>
                <a:latin typeface="Helvetica Neue"/>
                <a:ea typeface="Helvetica Neue"/>
                <a:cs typeface="Helvetica Neue"/>
              </a:defRPr>
            </a:defPPr>
            <a:lvl1pPr>
              <a:defRPr sz="2625" b="1">
                <a:solidFill>
                  <a:srgbClr val="216B49"/>
                </a:solidFill>
                <a:latin typeface="Helvetica Neue"/>
                <a:ea typeface="Helvetica Neue"/>
                <a:cs typeface="Helvetica Neue"/>
              </a:defRPr>
            </a:lvl1pPr>
            <a:lvl2pPr>
              <a:defRPr sz="2625" b="1">
                <a:solidFill>
                  <a:srgbClr val="216B49"/>
                </a:solidFill>
                <a:latin typeface="Helvetica Neue"/>
                <a:ea typeface="Helvetica Neue"/>
                <a:cs typeface="Helvetica Neue"/>
              </a:defRPr>
            </a:lvl2pPr>
            <a:lvl3pPr>
              <a:defRPr sz="2625" b="1">
                <a:solidFill>
                  <a:srgbClr val="216B49"/>
                </a:solidFill>
                <a:latin typeface="Helvetica Neue"/>
                <a:ea typeface="Helvetica Neue"/>
                <a:cs typeface="Helvetica Neue"/>
              </a:defRPr>
            </a:lvl3pPr>
            <a:lvl4pPr>
              <a:defRPr sz="2625" b="1">
                <a:solidFill>
                  <a:srgbClr val="216B49"/>
                </a:solidFill>
                <a:latin typeface="Helvetica Neue"/>
                <a:ea typeface="Helvetica Neue"/>
                <a:cs typeface="Helvetica Neue"/>
              </a:defRPr>
            </a:lvl4pPr>
            <a:lvl5pPr>
              <a:defRPr sz="2625" b="1">
                <a:solidFill>
                  <a:srgbClr val="216B49"/>
                </a:solidFill>
                <a:latin typeface="Helvetica Neue"/>
                <a:ea typeface="Helvetica Neue"/>
                <a:cs typeface="Helvetica Neue"/>
              </a:defRPr>
            </a:lvl5pPr>
            <a:lvl6pPr>
              <a:defRPr sz="2625" b="1">
                <a:solidFill>
                  <a:srgbClr val="216B49"/>
                </a:solidFill>
                <a:latin typeface="Helvetica Neue"/>
                <a:ea typeface="Helvetica Neue"/>
                <a:cs typeface="Helvetica Neue"/>
              </a:defRPr>
            </a:lvl6pPr>
            <a:lvl7pPr>
              <a:defRPr sz="2625" b="1">
                <a:solidFill>
                  <a:srgbClr val="216B49"/>
                </a:solidFill>
                <a:latin typeface="Helvetica Neue"/>
                <a:ea typeface="Helvetica Neue"/>
                <a:cs typeface="Helvetica Neue"/>
              </a:defRPr>
            </a:lvl7pPr>
            <a:lvl8pPr>
              <a:defRPr sz="2625" b="1">
                <a:solidFill>
                  <a:srgbClr val="216B49"/>
                </a:solidFill>
                <a:latin typeface="Helvetica Neue"/>
                <a:ea typeface="Helvetica Neue"/>
                <a:cs typeface="Helvetica Neue"/>
              </a:defRPr>
            </a:lvl8pPr>
            <a:lvl9pPr>
              <a:defRPr sz="2625" b="1">
                <a:solidFill>
                  <a:srgbClr val="216B49"/>
                </a:solidFill>
                <a:latin typeface="Helvetica Neue"/>
                <a:ea typeface="Helvetica Neue"/>
                <a:cs typeface="Helvetica Neue"/>
              </a:defRPr>
            </a:lvl9pPr>
          </a:lstStyle>
          <a:p xmlns:a="http://schemas.openxmlformats.org/drawingml/2006/main">
            <a:pPr>
              <a:defRPr sz="2625" b="1">
                <a:solidFill>
                  <a:srgbClr val="216B49"/>
                </a:solidFill>
                <a:latin typeface="Helvetica Neue"/>
                <a:ea typeface="Helvetica Neue"/>
                <a:cs typeface="Helvetica Neue"/>
              </a:defRPr>
            </a:pPr>
            <a:r>
              <a:rPr sz="2625" b="1">
                <a:solidFill>
                  <a:srgbClr val="216B49"/>
                </a:solidFill>
                <a:latin typeface="Helvetica Neue"/>
                <a:ea typeface="Helvetica Neue"/>
                <a:cs typeface="Helvetica Neue"/>
              </a:rPr>
              <a:t>03</a:t>
            </a:r>
          </a:p>
        </p:txBody>
      </p:sp>
      <p:sp>
        <p:nvSpPr>
          <p:cNvPr id="8" name="text-58">
            <a:extLst xmlns:a="http://schemas.openxmlformats.org/drawingml/2006/main">
              <a:ext uri="{FF2B5EF4-FFF2-40B4-BE49-F238E27FC236}">
                <a16:creationId xmlns:a16="http://schemas.microsoft.com/office/drawing/2014/main" id="{9737CB54-85B7-47BA-856D-DD80D9322062}"/>
              </a:ext>
            </a:extLst>
          </p:cNvPr>
          <p:cNvSpPr>
            <a:spLocks xmlns:a="http://schemas.openxmlformats.org/drawingml/2006/main" noGrp="1"/>
          </p:cNvSpPr>
          <p:nvPr/>
        </p:nvSpPr>
        <p:spPr>
          <a:xfrm xmlns:a="http://schemas.openxmlformats.org/drawingml/2006/main">
            <a:off x="1676400" y="3581400"/>
            <a:ext cx="3714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41414"/>
                </a:solidFill>
                <a:latin typeface="Helvetica Neue"/>
                <a:ea typeface="Helvetica Neue"/>
                <a:cs typeface="Helvetica Neue"/>
              </a:defRPr>
            </a:defPPr>
            <a:lvl1pPr>
              <a:defRPr sz="2400" b="1">
                <a:solidFill>
                  <a:srgbClr val="141414"/>
                </a:solidFill>
                <a:latin typeface="Helvetica Neue"/>
                <a:ea typeface="Helvetica Neue"/>
                <a:cs typeface="Helvetica Neue"/>
              </a:defRPr>
            </a:lvl1pPr>
            <a:lvl2pPr>
              <a:defRPr sz="2400" b="1">
                <a:solidFill>
                  <a:srgbClr val="141414"/>
                </a:solidFill>
                <a:latin typeface="Helvetica Neue"/>
                <a:ea typeface="Helvetica Neue"/>
                <a:cs typeface="Helvetica Neue"/>
              </a:defRPr>
            </a:lvl2pPr>
            <a:lvl3pPr>
              <a:defRPr sz="2400" b="1">
                <a:solidFill>
                  <a:srgbClr val="141414"/>
                </a:solidFill>
                <a:latin typeface="Helvetica Neue"/>
                <a:ea typeface="Helvetica Neue"/>
                <a:cs typeface="Helvetica Neue"/>
              </a:defRPr>
            </a:lvl3pPr>
            <a:lvl4pPr>
              <a:defRPr sz="2400" b="1">
                <a:solidFill>
                  <a:srgbClr val="141414"/>
                </a:solidFill>
                <a:latin typeface="Helvetica Neue"/>
                <a:ea typeface="Helvetica Neue"/>
                <a:cs typeface="Helvetica Neue"/>
              </a:defRPr>
            </a:lvl4pPr>
            <a:lvl5pPr>
              <a:defRPr sz="2400" b="1">
                <a:solidFill>
                  <a:srgbClr val="141414"/>
                </a:solidFill>
                <a:latin typeface="Helvetica Neue"/>
                <a:ea typeface="Helvetica Neue"/>
                <a:cs typeface="Helvetica Neue"/>
              </a:defRPr>
            </a:lvl5pPr>
            <a:lvl6pPr>
              <a:defRPr sz="2400" b="1">
                <a:solidFill>
                  <a:srgbClr val="141414"/>
                </a:solidFill>
                <a:latin typeface="Helvetica Neue"/>
                <a:ea typeface="Helvetica Neue"/>
                <a:cs typeface="Helvetica Neue"/>
              </a:defRPr>
            </a:lvl6pPr>
            <a:lvl7pPr>
              <a:defRPr sz="2400" b="1">
                <a:solidFill>
                  <a:srgbClr val="141414"/>
                </a:solidFill>
                <a:latin typeface="Helvetica Neue"/>
                <a:ea typeface="Helvetica Neue"/>
                <a:cs typeface="Helvetica Neue"/>
              </a:defRPr>
            </a:lvl7pPr>
            <a:lvl8pPr>
              <a:defRPr sz="2400" b="1">
                <a:solidFill>
                  <a:srgbClr val="141414"/>
                </a:solidFill>
                <a:latin typeface="Helvetica Neue"/>
                <a:ea typeface="Helvetica Neue"/>
                <a:cs typeface="Helvetica Neue"/>
              </a:defRPr>
            </a:lvl8pPr>
            <a:lvl9pPr>
              <a:defRPr sz="2400" b="1">
                <a:solidFill>
                  <a:srgbClr val="141414"/>
                </a:solidFill>
                <a:latin typeface="Helvetica Neue"/>
                <a:ea typeface="Helvetica Neue"/>
                <a:cs typeface="Helvetica Neue"/>
              </a:defRPr>
            </a:lvl9pPr>
          </a:lstStyle>
          <a:p xmlns:a="http://schemas.openxmlformats.org/drawingml/2006/main">
            <a:pPr>
              <a:defRPr sz="2400" b="1">
                <a:solidFill>
                  <a:srgbClr val="141414"/>
                </a:solidFill>
                <a:latin typeface="Helvetica Neue"/>
                <a:ea typeface="Helvetica Neue"/>
                <a:cs typeface="Helvetica Neue"/>
              </a:defRPr>
            </a:pPr>
            <a:r>
              <a:rPr sz="2400" b="1">
                <a:solidFill>
                  <a:srgbClr val="141414"/>
                </a:solidFill>
                <a:latin typeface="Helvetica Neue"/>
                <a:ea typeface="Helvetica Neue"/>
                <a:cs typeface="Helvetica Neue"/>
              </a:rPr>
              <a:t>Session summary</a:t>
            </a:r>
          </a:p>
        </p:txBody>
      </p:sp>
      <p:sp>
        <p:nvSpPr>
          <p:cNvPr id="9" name="text-59">
            <a:extLst xmlns:a="http://schemas.openxmlformats.org/drawingml/2006/main">
              <a:ext uri="{FF2B5EF4-FFF2-40B4-BE49-F238E27FC236}">
                <a16:creationId xmlns:a16="http://schemas.microsoft.com/office/drawing/2014/main" id="{7AEBFAF1-F4F0-4991-B6EA-4A2EFB9D4970}"/>
              </a:ext>
            </a:extLst>
          </p:cNvPr>
          <p:cNvSpPr>
            <a:spLocks xmlns:a="http://schemas.openxmlformats.org/drawingml/2006/main" noGrp="1"/>
          </p:cNvSpPr>
          <p:nvPr/>
        </p:nvSpPr>
        <p:spPr>
          <a:xfrm xmlns:a="http://schemas.openxmlformats.org/drawingml/2006/main">
            <a:off x="762000" y="44481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216B49"/>
                </a:solidFill>
                <a:latin typeface="Helvetica Neue"/>
                <a:ea typeface="Helvetica Neue"/>
                <a:cs typeface="Helvetica Neue"/>
              </a:defRPr>
            </a:defPPr>
            <a:lvl1pPr>
              <a:defRPr sz="2625" b="1">
                <a:solidFill>
                  <a:srgbClr val="216B49"/>
                </a:solidFill>
                <a:latin typeface="Helvetica Neue"/>
                <a:ea typeface="Helvetica Neue"/>
                <a:cs typeface="Helvetica Neue"/>
              </a:defRPr>
            </a:lvl1pPr>
            <a:lvl2pPr>
              <a:defRPr sz="2625" b="1">
                <a:solidFill>
                  <a:srgbClr val="216B49"/>
                </a:solidFill>
                <a:latin typeface="Helvetica Neue"/>
                <a:ea typeface="Helvetica Neue"/>
                <a:cs typeface="Helvetica Neue"/>
              </a:defRPr>
            </a:lvl2pPr>
            <a:lvl3pPr>
              <a:defRPr sz="2625" b="1">
                <a:solidFill>
                  <a:srgbClr val="216B49"/>
                </a:solidFill>
                <a:latin typeface="Helvetica Neue"/>
                <a:ea typeface="Helvetica Neue"/>
                <a:cs typeface="Helvetica Neue"/>
              </a:defRPr>
            </a:lvl3pPr>
            <a:lvl4pPr>
              <a:defRPr sz="2625" b="1">
                <a:solidFill>
                  <a:srgbClr val="216B49"/>
                </a:solidFill>
                <a:latin typeface="Helvetica Neue"/>
                <a:ea typeface="Helvetica Neue"/>
                <a:cs typeface="Helvetica Neue"/>
              </a:defRPr>
            </a:lvl4pPr>
            <a:lvl5pPr>
              <a:defRPr sz="2625" b="1">
                <a:solidFill>
                  <a:srgbClr val="216B49"/>
                </a:solidFill>
                <a:latin typeface="Helvetica Neue"/>
                <a:ea typeface="Helvetica Neue"/>
                <a:cs typeface="Helvetica Neue"/>
              </a:defRPr>
            </a:lvl5pPr>
            <a:lvl6pPr>
              <a:defRPr sz="2625" b="1">
                <a:solidFill>
                  <a:srgbClr val="216B49"/>
                </a:solidFill>
                <a:latin typeface="Helvetica Neue"/>
                <a:ea typeface="Helvetica Neue"/>
                <a:cs typeface="Helvetica Neue"/>
              </a:defRPr>
            </a:lvl6pPr>
            <a:lvl7pPr>
              <a:defRPr sz="2625" b="1">
                <a:solidFill>
                  <a:srgbClr val="216B49"/>
                </a:solidFill>
                <a:latin typeface="Helvetica Neue"/>
                <a:ea typeface="Helvetica Neue"/>
                <a:cs typeface="Helvetica Neue"/>
              </a:defRPr>
            </a:lvl7pPr>
            <a:lvl8pPr>
              <a:defRPr sz="2625" b="1">
                <a:solidFill>
                  <a:srgbClr val="216B49"/>
                </a:solidFill>
                <a:latin typeface="Helvetica Neue"/>
                <a:ea typeface="Helvetica Neue"/>
                <a:cs typeface="Helvetica Neue"/>
              </a:defRPr>
            </a:lvl8pPr>
            <a:lvl9pPr>
              <a:defRPr sz="2625" b="1">
                <a:solidFill>
                  <a:srgbClr val="216B49"/>
                </a:solidFill>
                <a:latin typeface="Helvetica Neue"/>
                <a:ea typeface="Helvetica Neue"/>
                <a:cs typeface="Helvetica Neue"/>
              </a:defRPr>
            </a:lvl9pPr>
          </a:lstStyle>
          <a:p xmlns:a="http://schemas.openxmlformats.org/drawingml/2006/main">
            <a:pPr>
              <a:defRPr sz="2625" b="1">
                <a:solidFill>
                  <a:srgbClr val="216B49"/>
                </a:solidFill>
                <a:latin typeface="Helvetica Neue"/>
                <a:ea typeface="Helvetica Neue"/>
                <a:cs typeface="Helvetica Neue"/>
              </a:defRPr>
            </a:pPr>
            <a:r>
              <a:rPr sz="2625" b="1">
                <a:solidFill>
                  <a:srgbClr val="216B49"/>
                </a:solidFill>
                <a:latin typeface="Helvetica Neue"/>
                <a:ea typeface="Helvetica Neue"/>
                <a:cs typeface="Helvetica Neue"/>
              </a:rPr>
              <a:t>04</a:t>
            </a:r>
          </a:p>
        </p:txBody>
      </p:sp>
      <p:sp>
        <p:nvSpPr>
          <p:cNvPr id="10" name="text-60">
            <a:extLst xmlns:a="http://schemas.openxmlformats.org/drawingml/2006/main">
              <a:ext uri="{FF2B5EF4-FFF2-40B4-BE49-F238E27FC236}">
                <a16:creationId xmlns:a16="http://schemas.microsoft.com/office/drawing/2014/main" id="{F06266E8-7E0E-4EC9-9CB3-D27849704B00}"/>
              </a:ext>
            </a:extLst>
          </p:cNvPr>
          <p:cNvSpPr>
            <a:spLocks xmlns:a="http://schemas.openxmlformats.org/drawingml/2006/main" noGrp="1"/>
          </p:cNvSpPr>
          <p:nvPr/>
        </p:nvSpPr>
        <p:spPr>
          <a:xfrm xmlns:a="http://schemas.openxmlformats.org/drawingml/2006/main">
            <a:off x="1676400" y="4448175"/>
            <a:ext cx="3714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41414"/>
                </a:solidFill>
                <a:latin typeface="Helvetica Neue"/>
                <a:ea typeface="Helvetica Neue"/>
                <a:cs typeface="Helvetica Neue"/>
              </a:defRPr>
            </a:defPPr>
            <a:lvl1pPr>
              <a:defRPr sz="2400" b="1">
                <a:solidFill>
                  <a:srgbClr val="141414"/>
                </a:solidFill>
                <a:latin typeface="Helvetica Neue"/>
                <a:ea typeface="Helvetica Neue"/>
                <a:cs typeface="Helvetica Neue"/>
              </a:defRPr>
            </a:lvl1pPr>
            <a:lvl2pPr>
              <a:defRPr sz="2400" b="1">
                <a:solidFill>
                  <a:srgbClr val="141414"/>
                </a:solidFill>
                <a:latin typeface="Helvetica Neue"/>
                <a:ea typeface="Helvetica Neue"/>
                <a:cs typeface="Helvetica Neue"/>
              </a:defRPr>
            </a:lvl2pPr>
            <a:lvl3pPr>
              <a:defRPr sz="2400" b="1">
                <a:solidFill>
                  <a:srgbClr val="141414"/>
                </a:solidFill>
                <a:latin typeface="Helvetica Neue"/>
                <a:ea typeface="Helvetica Neue"/>
                <a:cs typeface="Helvetica Neue"/>
              </a:defRPr>
            </a:lvl3pPr>
            <a:lvl4pPr>
              <a:defRPr sz="2400" b="1">
                <a:solidFill>
                  <a:srgbClr val="141414"/>
                </a:solidFill>
                <a:latin typeface="Helvetica Neue"/>
                <a:ea typeface="Helvetica Neue"/>
                <a:cs typeface="Helvetica Neue"/>
              </a:defRPr>
            </a:lvl4pPr>
            <a:lvl5pPr>
              <a:defRPr sz="2400" b="1">
                <a:solidFill>
                  <a:srgbClr val="141414"/>
                </a:solidFill>
                <a:latin typeface="Helvetica Neue"/>
                <a:ea typeface="Helvetica Neue"/>
                <a:cs typeface="Helvetica Neue"/>
              </a:defRPr>
            </a:lvl5pPr>
            <a:lvl6pPr>
              <a:defRPr sz="2400" b="1">
                <a:solidFill>
                  <a:srgbClr val="141414"/>
                </a:solidFill>
                <a:latin typeface="Helvetica Neue"/>
                <a:ea typeface="Helvetica Neue"/>
                <a:cs typeface="Helvetica Neue"/>
              </a:defRPr>
            </a:lvl6pPr>
            <a:lvl7pPr>
              <a:defRPr sz="2400" b="1">
                <a:solidFill>
                  <a:srgbClr val="141414"/>
                </a:solidFill>
                <a:latin typeface="Helvetica Neue"/>
                <a:ea typeface="Helvetica Neue"/>
                <a:cs typeface="Helvetica Neue"/>
              </a:defRPr>
            </a:lvl7pPr>
            <a:lvl8pPr>
              <a:defRPr sz="2400" b="1">
                <a:solidFill>
                  <a:srgbClr val="141414"/>
                </a:solidFill>
                <a:latin typeface="Helvetica Neue"/>
                <a:ea typeface="Helvetica Neue"/>
                <a:cs typeface="Helvetica Neue"/>
              </a:defRPr>
            </a:lvl8pPr>
            <a:lvl9pPr>
              <a:defRPr sz="2400" b="1">
                <a:solidFill>
                  <a:srgbClr val="141414"/>
                </a:solidFill>
                <a:latin typeface="Helvetica Neue"/>
                <a:ea typeface="Helvetica Neue"/>
                <a:cs typeface="Helvetica Neue"/>
              </a:defRPr>
            </a:lvl9pPr>
          </a:lstStyle>
          <a:p xmlns:a="http://schemas.openxmlformats.org/drawingml/2006/main">
            <a:pPr>
              <a:defRPr sz="2400" b="1">
                <a:solidFill>
                  <a:srgbClr val="141414"/>
                </a:solidFill>
                <a:latin typeface="Helvetica Neue"/>
                <a:ea typeface="Helvetica Neue"/>
                <a:cs typeface="Helvetica Neue"/>
              </a:defRPr>
            </a:pPr>
            <a:r>
              <a:rPr sz="2400" b="1">
                <a:solidFill>
                  <a:srgbClr val="141414"/>
                </a:solidFill>
                <a:latin typeface="Helvetica Neue"/>
                <a:ea typeface="Helvetica Neue"/>
                <a:cs typeface="Helvetica Neue"/>
              </a:rPr>
              <a:t>Weekly summary</a:t>
            </a:r>
          </a:p>
        </p:txBody>
      </p:sp>
      <p:sp>
        <p:nvSpPr>
          <p:cNvPr id="11" name="text-61">
            <a:extLst xmlns:a="http://schemas.openxmlformats.org/drawingml/2006/main">
              <a:ext uri="{FF2B5EF4-FFF2-40B4-BE49-F238E27FC236}">
                <a16:creationId xmlns:a16="http://schemas.microsoft.com/office/drawing/2014/main" id="{6831F8D7-CC45-4610-8A05-C7ADC2DEDCB4}"/>
              </a:ext>
            </a:extLst>
          </p:cNvPr>
          <p:cNvSpPr>
            <a:spLocks xmlns:a="http://schemas.openxmlformats.org/drawingml/2006/main" noGrp="1"/>
          </p:cNvSpPr>
          <p:nvPr/>
        </p:nvSpPr>
        <p:spPr>
          <a:xfrm xmlns:a="http://schemas.openxmlformats.org/drawingml/2006/main">
            <a:off x="6096000" y="18478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216B49"/>
                </a:solidFill>
                <a:latin typeface="Helvetica Neue"/>
                <a:ea typeface="Helvetica Neue"/>
                <a:cs typeface="Helvetica Neue"/>
              </a:defRPr>
            </a:defPPr>
            <a:lvl1pPr>
              <a:defRPr sz="1800" b="1">
                <a:solidFill>
                  <a:srgbClr val="216B49"/>
                </a:solidFill>
                <a:latin typeface="Helvetica Neue"/>
                <a:ea typeface="Helvetica Neue"/>
                <a:cs typeface="Helvetica Neue"/>
              </a:defRPr>
            </a:lvl1pPr>
            <a:lvl2pPr>
              <a:defRPr sz="1800" b="1">
                <a:solidFill>
                  <a:srgbClr val="216B49"/>
                </a:solidFill>
                <a:latin typeface="Helvetica Neue"/>
                <a:ea typeface="Helvetica Neue"/>
                <a:cs typeface="Helvetica Neue"/>
              </a:defRPr>
            </a:lvl2pPr>
            <a:lvl3pPr>
              <a:defRPr sz="1800" b="1">
                <a:solidFill>
                  <a:srgbClr val="216B49"/>
                </a:solidFill>
                <a:latin typeface="Helvetica Neue"/>
                <a:ea typeface="Helvetica Neue"/>
                <a:cs typeface="Helvetica Neue"/>
              </a:defRPr>
            </a:lvl3pPr>
            <a:lvl4pPr>
              <a:defRPr sz="1800" b="1">
                <a:solidFill>
                  <a:srgbClr val="216B49"/>
                </a:solidFill>
                <a:latin typeface="Helvetica Neue"/>
                <a:ea typeface="Helvetica Neue"/>
                <a:cs typeface="Helvetica Neue"/>
              </a:defRPr>
            </a:lvl4pPr>
            <a:lvl5pPr>
              <a:defRPr sz="1800" b="1">
                <a:solidFill>
                  <a:srgbClr val="216B49"/>
                </a:solidFill>
                <a:latin typeface="Helvetica Neue"/>
                <a:ea typeface="Helvetica Neue"/>
                <a:cs typeface="Helvetica Neue"/>
              </a:defRPr>
            </a:lvl5pPr>
            <a:lvl6pPr>
              <a:defRPr sz="1800" b="1">
                <a:solidFill>
                  <a:srgbClr val="216B49"/>
                </a:solidFill>
                <a:latin typeface="Helvetica Neue"/>
                <a:ea typeface="Helvetica Neue"/>
                <a:cs typeface="Helvetica Neue"/>
              </a:defRPr>
            </a:lvl6pPr>
            <a:lvl7pPr>
              <a:defRPr sz="1800" b="1">
                <a:solidFill>
                  <a:srgbClr val="216B49"/>
                </a:solidFill>
                <a:latin typeface="Helvetica Neue"/>
                <a:ea typeface="Helvetica Neue"/>
                <a:cs typeface="Helvetica Neue"/>
              </a:defRPr>
            </a:lvl7pPr>
            <a:lvl8pPr>
              <a:defRPr sz="1800" b="1">
                <a:solidFill>
                  <a:srgbClr val="216B49"/>
                </a:solidFill>
                <a:latin typeface="Helvetica Neue"/>
                <a:ea typeface="Helvetica Neue"/>
                <a:cs typeface="Helvetica Neue"/>
              </a:defRPr>
            </a:lvl8pPr>
            <a:lvl9pPr>
              <a:defRPr sz="1800" b="1">
                <a:solidFill>
                  <a:srgbClr val="216B49"/>
                </a:solidFill>
                <a:latin typeface="Helvetica Neue"/>
                <a:ea typeface="Helvetica Neue"/>
                <a:cs typeface="Helvetica Neue"/>
              </a:defRPr>
            </a:lvl9pPr>
          </a:lstStyle>
          <a:p xmlns:a="http://schemas.openxmlformats.org/drawingml/2006/main">
            <a:pPr>
              <a:defRPr sz="1800" b="1">
                <a:solidFill>
                  <a:srgbClr val="216B49"/>
                </a:solidFill>
                <a:latin typeface="Helvetica Neue"/>
                <a:ea typeface="Helvetica Neue"/>
                <a:cs typeface="Helvetica Neue"/>
              </a:defRPr>
            </a:pPr>
            <a:r>
              <a:rPr sz="1800" b="1">
                <a:solidFill>
                  <a:srgbClr val="216B49"/>
                </a:solidFill>
                <a:latin typeface="Helvetica Neue"/>
                <a:ea typeface="Helvetica Neue"/>
                <a:cs typeface="Helvetica Neue"/>
              </a:rPr>
              <a:t>Explicit facts and preferences</a:t>
            </a:r>
          </a:p>
        </p:txBody>
      </p:sp>
      <p:sp>
        <p:nvSpPr>
          <p:cNvPr id="12" name="text-62">
            <a:extLst xmlns:a="http://schemas.openxmlformats.org/drawingml/2006/main">
              <a:ext uri="{FF2B5EF4-FFF2-40B4-BE49-F238E27FC236}">
                <a16:creationId xmlns:a16="http://schemas.microsoft.com/office/drawing/2014/main" id="{AC1835EC-E033-47BC-BCA0-2DEB8D641F3D}"/>
              </a:ext>
            </a:extLst>
          </p:cNvPr>
          <p:cNvSpPr>
            <a:spLocks xmlns:a="http://schemas.openxmlformats.org/drawingml/2006/main" noGrp="1"/>
          </p:cNvSpPr>
          <p:nvPr/>
        </p:nvSpPr>
        <p:spPr>
          <a:xfrm xmlns:a="http://schemas.openxmlformats.org/drawingml/2006/main">
            <a:off x="6096000" y="2333625"/>
            <a:ext cx="5238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D6560"/>
                </a:solidFill>
                <a:latin typeface="Helvetica Neue"/>
                <a:ea typeface="Helvetica Neue"/>
                <a:cs typeface="Helvetica Neue"/>
              </a:defRPr>
            </a:defPPr>
            <a:lvl1pPr>
              <a:defRPr sz="2100" b="0">
                <a:solidFill>
                  <a:srgbClr val="5D6560"/>
                </a:solidFill>
                <a:latin typeface="Helvetica Neue"/>
                <a:ea typeface="Helvetica Neue"/>
                <a:cs typeface="Helvetica Neue"/>
              </a:defRPr>
            </a:lvl1pPr>
            <a:lvl2pPr>
              <a:defRPr sz="2100" b="0">
                <a:solidFill>
                  <a:srgbClr val="5D6560"/>
                </a:solidFill>
                <a:latin typeface="Helvetica Neue"/>
                <a:ea typeface="Helvetica Neue"/>
                <a:cs typeface="Helvetica Neue"/>
              </a:defRPr>
            </a:lvl2pPr>
            <a:lvl3pPr>
              <a:defRPr sz="2100" b="0">
                <a:solidFill>
                  <a:srgbClr val="5D6560"/>
                </a:solidFill>
                <a:latin typeface="Helvetica Neue"/>
                <a:ea typeface="Helvetica Neue"/>
                <a:cs typeface="Helvetica Neue"/>
              </a:defRPr>
            </a:lvl3pPr>
            <a:lvl4pPr>
              <a:defRPr sz="2100" b="0">
                <a:solidFill>
                  <a:srgbClr val="5D6560"/>
                </a:solidFill>
                <a:latin typeface="Helvetica Neue"/>
                <a:ea typeface="Helvetica Neue"/>
                <a:cs typeface="Helvetica Neue"/>
              </a:defRPr>
            </a:lvl4pPr>
            <a:lvl5pPr>
              <a:defRPr sz="2100" b="0">
                <a:solidFill>
                  <a:srgbClr val="5D6560"/>
                </a:solidFill>
                <a:latin typeface="Helvetica Neue"/>
                <a:ea typeface="Helvetica Neue"/>
                <a:cs typeface="Helvetica Neue"/>
              </a:defRPr>
            </a:lvl5pPr>
            <a:lvl6pPr>
              <a:defRPr sz="2100" b="0">
                <a:solidFill>
                  <a:srgbClr val="5D6560"/>
                </a:solidFill>
                <a:latin typeface="Helvetica Neue"/>
                <a:ea typeface="Helvetica Neue"/>
                <a:cs typeface="Helvetica Neue"/>
              </a:defRPr>
            </a:lvl6pPr>
            <a:lvl7pPr>
              <a:defRPr sz="2100" b="0">
                <a:solidFill>
                  <a:srgbClr val="5D6560"/>
                </a:solidFill>
                <a:latin typeface="Helvetica Neue"/>
                <a:ea typeface="Helvetica Neue"/>
                <a:cs typeface="Helvetica Neue"/>
              </a:defRPr>
            </a:lvl7pPr>
            <a:lvl8pPr>
              <a:defRPr sz="2100" b="0">
                <a:solidFill>
                  <a:srgbClr val="5D6560"/>
                </a:solidFill>
                <a:latin typeface="Helvetica Neue"/>
                <a:ea typeface="Helvetica Neue"/>
                <a:cs typeface="Helvetica Neue"/>
              </a:defRPr>
            </a:lvl8pPr>
            <a:lvl9pPr>
              <a:defRPr sz="2100" b="0">
                <a:solidFill>
                  <a:srgbClr val="5D6560"/>
                </a:solidFill>
                <a:latin typeface="Helvetica Neue"/>
                <a:ea typeface="Helvetica Neue"/>
                <a:cs typeface="Helvetica Neue"/>
              </a:defRPr>
            </a:lvl9pPr>
          </a:lstStyle>
          <a:p xmlns:a="http://schemas.openxmlformats.org/drawingml/2006/main">
            <a:pPr>
              <a:defRPr sz="2100" b="0">
                <a:solidFill>
                  <a:srgbClr val="5D6560"/>
                </a:solidFill>
                <a:latin typeface="Helvetica Neue"/>
                <a:ea typeface="Helvetica Neue"/>
                <a:cs typeface="Helvetica Neue"/>
              </a:defRPr>
            </a:pPr>
            <a:r>
              <a:rPr sz="2100" b="0">
                <a:solidFill>
                  <a:srgbClr val="5D6560"/>
                </a:solidFill>
                <a:latin typeface="Helvetica Neue"/>
                <a:ea typeface="Helvetica Neue"/>
                <a:cs typeface="Helvetica Neue"/>
              </a:rPr>
              <a:t>Recorded sets and source labels</a:t>
            </a:r>
          </a:p>
          <a:p xmlns:a="http://schemas.openxmlformats.org/drawingml/2006/main">
            <a:pPr>
              <a:defRPr sz="2100" b="0">
                <a:solidFill>
                  <a:srgbClr val="5D6560"/>
                </a:solidFill>
                <a:latin typeface="Helvetica Neue"/>
                <a:ea typeface="Helvetica Neue"/>
                <a:cs typeface="Helvetica Neue"/>
              </a:defRPr>
            </a:pPr>
            <a:r>
              <a:rPr sz="2100" b="0">
                <a:solidFill>
                  <a:srgbClr val="5D6560"/>
                </a:solidFill>
                <a:latin typeface="Helvetica Neue"/>
                <a:ea typeface="Helvetica Neue"/>
                <a:cs typeface="Helvetica Neue"/>
              </a:rPr>
              <a:t>Selected goals and weekly target</a:t>
            </a:r>
          </a:p>
          <a:p xmlns:a="http://schemas.openxmlformats.org/drawingml/2006/main">
            <a:pPr>
              <a:defRPr sz="2100" b="0">
                <a:solidFill>
                  <a:srgbClr val="5D6560"/>
                </a:solidFill>
                <a:latin typeface="Helvetica Neue"/>
                <a:ea typeface="Helvetica Neue"/>
                <a:cs typeface="Helvetica Neue"/>
              </a:defRPr>
            </a:pPr>
            <a:r>
              <a:rPr sz="2100" b="0">
                <a:solidFill>
                  <a:srgbClr val="5D6560"/>
                </a:solidFill>
                <a:latin typeface="Helvetica Neue"/>
                <a:ea typeface="Helvetica Neue"/>
                <a:cs typeface="Helvetica Neue"/>
              </a:rPr>
              <a:t>Canonical catalogue capabilities</a:t>
            </a:r>
          </a:p>
        </p:txBody>
      </p:sp>
      <p:sp>
        <p:nvSpPr>
          <p:cNvPr id="13" name="text-63">
            <a:extLst xmlns:a="http://schemas.openxmlformats.org/drawingml/2006/main">
              <a:ext uri="{FF2B5EF4-FFF2-40B4-BE49-F238E27FC236}">
                <a16:creationId xmlns:a16="http://schemas.microsoft.com/office/drawing/2014/main" id="{D52C4F55-8D56-4854-A78C-0FAFF8072234}"/>
              </a:ext>
            </a:extLst>
          </p:cNvPr>
          <p:cNvSpPr>
            <a:spLocks xmlns:a="http://schemas.openxmlformats.org/drawingml/2006/main" noGrp="1"/>
          </p:cNvSpPr>
          <p:nvPr/>
        </p:nvSpPr>
        <p:spPr>
          <a:xfrm xmlns:a="http://schemas.openxmlformats.org/drawingml/2006/main">
            <a:off x="6096000" y="40576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216B49"/>
                </a:solidFill>
                <a:latin typeface="Helvetica Neue"/>
                <a:ea typeface="Helvetica Neue"/>
                <a:cs typeface="Helvetica Neue"/>
              </a:defRPr>
            </a:defPPr>
            <a:lvl1pPr>
              <a:defRPr sz="1800" b="1">
                <a:solidFill>
                  <a:srgbClr val="216B49"/>
                </a:solidFill>
                <a:latin typeface="Helvetica Neue"/>
                <a:ea typeface="Helvetica Neue"/>
                <a:cs typeface="Helvetica Neue"/>
              </a:defRPr>
            </a:lvl1pPr>
            <a:lvl2pPr>
              <a:defRPr sz="1800" b="1">
                <a:solidFill>
                  <a:srgbClr val="216B49"/>
                </a:solidFill>
                <a:latin typeface="Helvetica Neue"/>
                <a:ea typeface="Helvetica Neue"/>
                <a:cs typeface="Helvetica Neue"/>
              </a:defRPr>
            </a:lvl2pPr>
            <a:lvl3pPr>
              <a:defRPr sz="1800" b="1">
                <a:solidFill>
                  <a:srgbClr val="216B49"/>
                </a:solidFill>
                <a:latin typeface="Helvetica Neue"/>
                <a:ea typeface="Helvetica Neue"/>
                <a:cs typeface="Helvetica Neue"/>
              </a:defRPr>
            </a:lvl3pPr>
            <a:lvl4pPr>
              <a:defRPr sz="1800" b="1">
                <a:solidFill>
                  <a:srgbClr val="216B49"/>
                </a:solidFill>
                <a:latin typeface="Helvetica Neue"/>
                <a:ea typeface="Helvetica Neue"/>
                <a:cs typeface="Helvetica Neue"/>
              </a:defRPr>
            </a:lvl4pPr>
            <a:lvl5pPr>
              <a:defRPr sz="1800" b="1">
                <a:solidFill>
                  <a:srgbClr val="216B49"/>
                </a:solidFill>
                <a:latin typeface="Helvetica Neue"/>
                <a:ea typeface="Helvetica Neue"/>
                <a:cs typeface="Helvetica Neue"/>
              </a:defRPr>
            </a:lvl5pPr>
            <a:lvl6pPr>
              <a:defRPr sz="1800" b="1">
                <a:solidFill>
                  <a:srgbClr val="216B49"/>
                </a:solidFill>
                <a:latin typeface="Helvetica Neue"/>
                <a:ea typeface="Helvetica Neue"/>
                <a:cs typeface="Helvetica Neue"/>
              </a:defRPr>
            </a:lvl6pPr>
            <a:lvl7pPr>
              <a:defRPr sz="1800" b="1">
                <a:solidFill>
                  <a:srgbClr val="216B49"/>
                </a:solidFill>
                <a:latin typeface="Helvetica Neue"/>
                <a:ea typeface="Helvetica Neue"/>
                <a:cs typeface="Helvetica Neue"/>
              </a:defRPr>
            </a:lvl7pPr>
            <a:lvl8pPr>
              <a:defRPr sz="1800" b="1">
                <a:solidFill>
                  <a:srgbClr val="216B49"/>
                </a:solidFill>
                <a:latin typeface="Helvetica Neue"/>
                <a:ea typeface="Helvetica Neue"/>
                <a:cs typeface="Helvetica Neue"/>
              </a:defRPr>
            </a:lvl8pPr>
            <a:lvl9pPr>
              <a:defRPr sz="1800" b="1">
                <a:solidFill>
                  <a:srgbClr val="216B49"/>
                </a:solidFill>
                <a:latin typeface="Helvetica Neue"/>
                <a:ea typeface="Helvetica Neue"/>
                <a:cs typeface="Helvetica Neue"/>
              </a:defRPr>
            </a:lvl9pPr>
          </a:lstStyle>
          <a:p xmlns:a="http://schemas.openxmlformats.org/drawingml/2006/main">
            <a:pPr>
              <a:defRPr sz="1800" b="1">
                <a:solidFill>
                  <a:srgbClr val="216B49"/>
                </a:solidFill>
                <a:latin typeface="Helvetica Neue"/>
                <a:ea typeface="Helvetica Neue"/>
                <a:cs typeface="Helvetica Neue"/>
              </a:defRPr>
            </a:pPr>
            <a:r>
              <a:rPr sz="1800" b="1">
                <a:solidFill>
                  <a:srgbClr val="216B49"/>
                </a:solidFill>
                <a:latin typeface="Helvetica Neue"/>
                <a:ea typeface="Helvetica Neue"/>
                <a:cs typeface="Helvetica Neue"/>
              </a:rPr>
              <a:t>Checked before use</a:t>
            </a:r>
          </a:p>
        </p:txBody>
      </p:sp>
      <p:sp>
        <p:nvSpPr>
          <p:cNvPr id="14" name="text-64">
            <a:extLst xmlns:a="http://schemas.openxmlformats.org/drawingml/2006/main">
              <a:ext uri="{FF2B5EF4-FFF2-40B4-BE49-F238E27FC236}">
                <a16:creationId xmlns:a16="http://schemas.microsoft.com/office/drawing/2014/main" id="{C40F342C-4272-49B2-8248-0C1DE4E65416}"/>
              </a:ext>
            </a:extLst>
          </p:cNvPr>
          <p:cNvSpPr>
            <a:spLocks xmlns:a="http://schemas.openxmlformats.org/drawingml/2006/main" noGrp="1"/>
          </p:cNvSpPr>
          <p:nvPr/>
        </p:nvSpPr>
        <p:spPr>
          <a:xfrm xmlns:a="http://schemas.openxmlformats.org/drawingml/2006/main">
            <a:off x="6096000" y="4533900"/>
            <a:ext cx="5238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D6560"/>
                </a:solidFill>
                <a:latin typeface="Helvetica Neue"/>
                <a:ea typeface="Helvetica Neue"/>
                <a:cs typeface="Helvetica Neue"/>
              </a:defRPr>
            </a:defPPr>
            <a:lvl1pPr>
              <a:defRPr sz="2100" b="0">
                <a:solidFill>
                  <a:srgbClr val="5D6560"/>
                </a:solidFill>
                <a:latin typeface="Helvetica Neue"/>
                <a:ea typeface="Helvetica Neue"/>
                <a:cs typeface="Helvetica Neue"/>
              </a:defRPr>
            </a:lvl1pPr>
            <a:lvl2pPr>
              <a:defRPr sz="2100" b="0">
                <a:solidFill>
                  <a:srgbClr val="5D6560"/>
                </a:solidFill>
                <a:latin typeface="Helvetica Neue"/>
                <a:ea typeface="Helvetica Neue"/>
                <a:cs typeface="Helvetica Neue"/>
              </a:defRPr>
            </a:lvl2pPr>
            <a:lvl3pPr>
              <a:defRPr sz="2100" b="0">
                <a:solidFill>
                  <a:srgbClr val="5D6560"/>
                </a:solidFill>
                <a:latin typeface="Helvetica Neue"/>
                <a:ea typeface="Helvetica Neue"/>
                <a:cs typeface="Helvetica Neue"/>
              </a:defRPr>
            </a:lvl3pPr>
            <a:lvl4pPr>
              <a:defRPr sz="2100" b="0">
                <a:solidFill>
                  <a:srgbClr val="5D6560"/>
                </a:solidFill>
                <a:latin typeface="Helvetica Neue"/>
                <a:ea typeface="Helvetica Neue"/>
                <a:cs typeface="Helvetica Neue"/>
              </a:defRPr>
            </a:lvl4pPr>
            <a:lvl5pPr>
              <a:defRPr sz="2100" b="0">
                <a:solidFill>
                  <a:srgbClr val="5D6560"/>
                </a:solidFill>
                <a:latin typeface="Helvetica Neue"/>
                <a:ea typeface="Helvetica Neue"/>
                <a:cs typeface="Helvetica Neue"/>
              </a:defRPr>
            </a:lvl5pPr>
            <a:lvl6pPr>
              <a:defRPr sz="2100" b="0">
                <a:solidFill>
                  <a:srgbClr val="5D6560"/>
                </a:solidFill>
                <a:latin typeface="Helvetica Neue"/>
                <a:ea typeface="Helvetica Neue"/>
                <a:cs typeface="Helvetica Neue"/>
              </a:defRPr>
            </a:lvl6pPr>
            <a:lvl7pPr>
              <a:defRPr sz="2100" b="0">
                <a:solidFill>
                  <a:srgbClr val="5D6560"/>
                </a:solidFill>
                <a:latin typeface="Helvetica Neue"/>
                <a:ea typeface="Helvetica Neue"/>
                <a:cs typeface="Helvetica Neue"/>
              </a:defRPr>
            </a:lvl7pPr>
            <a:lvl8pPr>
              <a:defRPr sz="2100" b="0">
                <a:solidFill>
                  <a:srgbClr val="5D6560"/>
                </a:solidFill>
                <a:latin typeface="Helvetica Neue"/>
                <a:ea typeface="Helvetica Neue"/>
                <a:cs typeface="Helvetica Neue"/>
              </a:defRPr>
            </a:lvl8pPr>
            <a:lvl9pPr>
              <a:defRPr sz="2100" b="0">
                <a:solidFill>
                  <a:srgbClr val="5D6560"/>
                </a:solidFill>
                <a:latin typeface="Helvetica Neue"/>
                <a:ea typeface="Helvetica Neue"/>
                <a:cs typeface="Helvetica Neue"/>
              </a:defRPr>
            </a:lvl9pPr>
          </a:lstStyle>
          <a:p xmlns:a="http://schemas.openxmlformats.org/drawingml/2006/main">
            <a:pPr>
              <a:defRPr sz="2100" b="0">
                <a:solidFill>
                  <a:srgbClr val="5D6560"/>
                </a:solidFill>
                <a:latin typeface="Helvetica Neue"/>
                <a:ea typeface="Helvetica Neue"/>
                <a:cs typeface="Helvetica Neue"/>
              </a:defRPr>
            </a:pPr>
            <a:r>
              <a:rPr sz="2100" b="0">
                <a:solidFill>
                  <a:srgbClr val="5D6560"/>
                </a:solidFill>
                <a:latin typeface="Helvetica Neue"/>
                <a:ea typeface="Helvetica Neue"/>
                <a:cs typeface="Helvetica Neue"/>
              </a:rPr>
              <a:t>Fact IDs and typed quantities</a:t>
            </a:r>
          </a:p>
          <a:p xmlns:a="http://schemas.openxmlformats.org/drawingml/2006/main">
            <a:pPr>
              <a:defRPr sz="2100" b="0">
                <a:solidFill>
                  <a:srgbClr val="5D6560"/>
                </a:solidFill>
                <a:latin typeface="Helvetica Neue"/>
                <a:ea typeface="Helvetica Neue"/>
                <a:cs typeface="Helvetica Neue"/>
              </a:defRPr>
            </a:pPr>
            <a:r>
              <a:rPr sz="2100" b="0">
                <a:solidFill>
                  <a:srgbClr val="5D6560"/>
                </a:solidFill>
                <a:latin typeface="Helvetica Neue"/>
                <a:ea typeface="Helvetica Neue"/>
                <a:cs typeface="Helvetica Neue"/>
              </a:rPr>
              <a:t>Current generation only</a:t>
            </a:r>
          </a:p>
          <a:p xmlns:a="http://schemas.openxmlformats.org/drawingml/2006/main">
            <a:pPr>
              <a:defRPr sz="2100" b="0">
                <a:solidFill>
                  <a:srgbClr val="5D6560"/>
                </a:solidFill>
                <a:latin typeface="Helvetica Neue"/>
                <a:ea typeface="Helvetica Neue"/>
                <a:cs typeface="Helvetica Neue"/>
              </a:defRPr>
            </a:pPr>
            <a:r>
              <a:rPr sz="2100" b="0">
                <a:solidFill>
                  <a:srgbClr val="5D6560"/>
                </a:solidFill>
                <a:latin typeface="Helvetica Neue"/>
                <a:ea typeface="Helvetica Neue"/>
                <a:cs typeface="Helvetica Neue"/>
              </a:rPr>
              <a:t>User approval before a plan starts</a:t>
            </a:r>
          </a:p>
        </p:txBody>
      </p:sp>
      <p:sp>
        <p:nvSpPr>
          <p:cNvPr id="15" name="text-65">
            <a:extLst xmlns:a="http://schemas.openxmlformats.org/drawingml/2006/main">
              <a:ext uri="{FF2B5EF4-FFF2-40B4-BE49-F238E27FC236}">
                <a16:creationId xmlns:a16="http://schemas.microsoft.com/office/drawing/2014/main" id="{6A093953-1694-4A5E-A6C9-FD5F40380E21}"/>
              </a:ext>
            </a:extLst>
          </p:cNvPr>
          <p:cNvSpPr>
            <a:spLocks xmlns:a="http://schemas.openxmlformats.org/drawingml/2006/main" noGrp="1"/>
          </p:cNvSpPr>
          <p:nvPr/>
        </p:nvSpPr>
        <p:spPr>
          <a:xfrm xmlns:a="http://schemas.openxmlformats.org/drawingml/2006/main">
            <a:off x="762000" y="601980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D6560"/>
                </a:solidFill>
                <a:latin typeface="Helvetica Neue"/>
                <a:ea typeface="Helvetica Neue"/>
                <a:cs typeface="Helvetica Neue"/>
              </a:defRPr>
            </a:defPPr>
            <a:lvl1pPr>
              <a:defRPr sz="1725" b="0">
                <a:solidFill>
                  <a:srgbClr val="5D6560"/>
                </a:solidFill>
                <a:latin typeface="Helvetica Neue"/>
                <a:ea typeface="Helvetica Neue"/>
                <a:cs typeface="Helvetica Neue"/>
              </a:defRPr>
            </a:lvl1pPr>
            <a:lvl2pPr>
              <a:defRPr sz="1725" b="0">
                <a:solidFill>
                  <a:srgbClr val="5D6560"/>
                </a:solidFill>
                <a:latin typeface="Helvetica Neue"/>
                <a:ea typeface="Helvetica Neue"/>
                <a:cs typeface="Helvetica Neue"/>
              </a:defRPr>
            </a:lvl2pPr>
            <a:lvl3pPr>
              <a:defRPr sz="1725" b="0">
                <a:solidFill>
                  <a:srgbClr val="5D6560"/>
                </a:solidFill>
                <a:latin typeface="Helvetica Neue"/>
                <a:ea typeface="Helvetica Neue"/>
                <a:cs typeface="Helvetica Neue"/>
              </a:defRPr>
            </a:lvl3pPr>
            <a:lvl4pPr>
              <a:defRPr sz="1725" b="0">
                <a:solidFill>
                  <a:srgbClr val="5D6560"/>
                </a:solidFill>
                <a:latin typeface="Helvetica Neue"/>
                <a:ea typeface="Helvetica Neue"/>
                <a:cs typeface="Helvetica Neue"/>
              </a:defRPr>
            </a:lvl4pPr>
            <a:lvl5pPr>
              <a:defRPr sz="1725" b="0">
                <a:solidFill>
                  <a:srgbClr val="5D6560"/>
                </a:solidFill>
                <a:latin typeface="Helvetica Neue"/>
                <a:ea typeface="Helvetica Neue"/>
                <a:cs typeface="Helvetica Neue"/>
              </a:defRPr>
            </a:lvl5pPr>
            <a:lvl6pPr>
              <a:defRPr sz="1725" b="0">
                <a:solidFill>
                  <a:srgbClr val="5D6560"/>
                </a:solidFill>
                <a:latin typeface="Helvetica Neue"/>
                <a:ea typeface="Helvetica Neue"/>
                <a:cs typeface="Helvetica Neue"/>
              </a:defRPr>
            </a:lvl6pPr>
            <a:lvl7pPr>
              <a:defRPr sz="1725" b="0">
                <a:solidFill>
                  <a:srgbClr val="5D6560"/>
                </a:solidFill>
                <a:latin typeface="Helvetica Neue"/>
                <a:ea typeface="Helvetica Neue"/>
                <a:cs typeface="Helvetica Neue"/>
              </a:defRPr>
            </a:lvl7pPr>
            <a:lvl8pPr>
              <a:defRPr sz="1725" b="0">
                <a:solidFill>
                  <a:srgbClr val="5D6560"/>
                </a:solidFill>
                <a:latin typeface="Helvetica Neue"/>
                <a:ea typeface="Helvetica Neue"/>
                <a:cs typeface="Helvetica Neue"/>
              </a:defRPr>
            </a:lvl8pPr>
            <a:lvl9pPr>
              <a:defRPr sz="1725" b="0">
                <a:solidFill>
                  <a:srgbClr val="5D6560"/>
                </a:solidFill>
                <a:latin typeface="Helvetica Neue"/>
                <a:ea typeface="Helvetica Neue"/>
                <a:cs typeface="Helvetica Neue"/>
              </a:defRPr>
            </a:lvl9pPr>
          </a:lstStyle>
          <a:p xmlns:a="http://schemas.openxmlformats.org/drawingml/2006/main">
            <a:pPr>
              <a:defRPr sz="1725" b="0">
                <a:solidFill>
                  <a:srgbClr val="5D6560"/>
                </a:solidFill>
                <a:latin typeface="Helvetica Neue"/>
                <a:ea typeface="Helvetica Neue"/>
                <a:cs typeface="Helvetica Neue"/>
              </a:defRPr>
            </a:pPr>
            <a:r>
              <a:rPr sz="1725" b="0">
                <a:solidFill>
                  <a:srgbClr val="5D6560"/>
                </a:solidFill>
                <a:latin typeface="Helvetica Neue"/>
                <a:ea typeface="Helvetica Neue"/>
                <a:cs typeface="Helvetica Neue"/>
              </a:rPr>
              <a:t>All four types accepted in the signed simulator with synthetic inputs.</a:t>
            </a:r>
          </a:p>
          <a:p xmlns:a="http://schemas.openxmlformats.org/drawingml/2006/main">
            <a:pPr>
              <a:defRPr sz="1725" b="0">
                <a:solidFill>
                  <a:srgbClr val="5D6560"/>
                </a:solidFill>
                <a:latin typeface="Helvetica Neue"/>
                <a:ea typeface="Helvetica Neue"/>
                <a:cs typeface="Helvetica Neue"/>
              </a:defRPr>
            </a:pPr>
            <a:r>
              <a:rPr sz="1725" b="0">
                <a:solidFill>
                  <a:srgbClr val="5D6560"/>
                </a:solidFill>
                <a:latin typeface="Helvetica Neue"/>
                <a:ea typeface="Helvetica Neue"/>
                <a:cs typeface="Helvetica Neue"/>
              </a:rPr>
              <a:t>Physical phone networking and real-user coaching remain unverified.</a:t>
            </a:r>
          </a:p>
        </p:txBody>
      </p:sp>
    </p:spTree>
    <p:extLst>
      <p:ext uri="{BB962C8B-B14F-4D97-AF65-F5344CB8AC3E}">
        <p14:creationId xmlns:p14="http://schemas.microsoft.com/office/powerpoint/2010/main" val="178770178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66">
            <a:extLst xmlns:a="http://schemas.openxmlformats.org/drawingml/2006/main">
              <a:ext uri="{FF2B5EF4-FFF2-40B4-BE49-F238E27FC236}">
                <a16:creationId xmlns:a16="http://schemas.microsoft.com/office/drawing/2014/main" id="{B3DEAB8C-1209-424D-A5B6-A780D7A72127}"/>
              </a:ext>
            </a:extLst>
          </p:cNvPr>
          <p:cNvSpPr>
            <a:spLocks xmlns:a="http://schemas.openxmlformats.org/drawingml/2006/main" noGrp="1"/>
          </p:cNvSpPr>
          <p:nvPr/>
        </p:nvSpPr>
        <p:spPr>
          <a:xfrm xmlns:a="http://schemas.openxmlformats.org/drawingml/2006/main">
            <a:off x="723900" y="55245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41414"/>
                </a:solidFill>
                <a:latin typeface="Helvetica Neue"/>
                <a:ea typeface="Helvetica Neue"/>
                <a:cs typeface="Helvetica Neue"/>
              </a:defRPr>
            </a:defPPr>
            <a:lvl1pPr>
              <a:defRPr sz="3600" b="1">
                <a:solidFill>
                  <a:srgbClr val="141414"/>
                </a:solidFill>
                <a:latin typeface="Helvetica Neue"/>
                <a:ea typeface="Helvetica Neue"/>
                <a:cs typeface="Helvetica Neue"/>
              </a:defRPr>
            </a:lvl1pPr>
            <a:lvl2pPr>
              <a:defRPr sz="3600" b="1">
                <a:solidFill>
                  <a:srgbClr val="141414"/>
                </a:solidFill>
                <a:latin typeface="Helvetica Neue"/>
                <a:ea typeface="Helvetica Neue"/>
                <a:cs typeface="Helvetica Neue"/>
              </a:defRPr>
            </a:lvl2pPr>
            <a:lvl3pPr>
              <a:defRPr sz="3600" b="1">
                <a:solidFill>
                  <a:srgbClr val="141414"/>
                </a:solidFill>
                <a:latin typeface="Helvetica Neue"/>
                <a:ea typeface="Helvetica Neue"/>
                <a:cs typeface="Helvetica Neue"/>
              </a:defRPr>
            </a:lvl3pPr>
            <a:lvl4pPr>
              <a:defRPr sz="3600" b="1">
                <a:solidFill>
                  <a:srgbClr val="141414"/>
                </a:solidFill>
                <a:latin typeface="Helvetica Neue"/>
                <a:ea typeface="Helvetica Neue"/>
                <a:cs typeface="Helvetica Neue"/>
              </a:defRPr>
            </a:lvl4pPr>
            <a:lvl5pPr>
              <a:defRPr sz="3600" b="1">
                <a:solidFill>
                  <a:srgbClr val="141414"/>
                </a:solidFill>
                <a:latin typeface="Helvetica Neue"/>
                <a:ea typeface="Helvetica Neue"/>
                <a:cs typeface="Helvetica Neue"/>
              </a:defRPr>
            </a:lvl5pPr>
            <a:lvl6pPr>
              <a:defRPr sz="3600" b="1">
                <a:solidFill>
                  <a:srgbClr val="141414"/>
                </a:solidFill>
                <a:latin typeface="Helvetica Neue"/>
                <a:ea typeface="Helvetica Neue"/>
                <a:cs typeface="Helvetica Neue"/>
              </a:defRPr>
            </a:lvl6pPr>
            <a:lvl7pPr>
              <a:defRPr sz="3600" b="1">
                <a:solidFill>
                  <a:srgbClr val="141414"/>
                </a:solidFill>
                <a:latin typeface="Helvetica Neue"/>
                <a:ea typeface="Helvetica Neue"/>
                <a:cs typeface="Helvetica Neue"/>
              </a:defRPr>
            </a:lvl7pPr>
            <a:lvl8pPr>
              <a:defRPr sz="3600" b="1">
                <a:solidFill>
                  <a:srgbClr val="141414"/>
                </a:solidFill>
                <a:latin typeface="Helvetica Neue"/>
                <a:ea typeface="Helvetica Neue"/>
                <a:cs typeface="Helvetica Neue"/>
              </a:defRPr>
            </a:lvl8pPr>
            <a:lvl9pPr>
              <a:defRPr sz="3600" b="1">
                <a:solidFill>
                  <a:srgbClr val="141414"/>
                </a:solidFill>
                <a:latin typeface="Helvetica Neue"/>
                <a:ea typeface="Helvetica Neue"/>
                <a:cs typeface="Helvetica Neue"/>
              </a:defRPr>
            </a:lvl9pPr>
          </a:lstStyle>
          <a:p xmlns:a="http://schemas.openxmlformats.org/drawingml/2006/main">
            <a:pPr>
              <a:defRPr sz="3600" b="1">
                <a:solidFill>
                  <a:srgbClr val="141414"/>
                </a:solidFill>
                <a:latin typeface="Helvetica Neue"/>
                <a:ea typeface="Helvetica Neue"/>
                <a:cs typeface="Helvetica Neue"/>
              </a:defRPr>
            </a:pPr>
            <a:r>
              <a:rPr sz="3600" b="1">
                <a:solidFill>
                  <a:srgbClr val="141414"/>
                </a:solidFill>
                <a:latin typeface="Helvetica Neue"/>
                <a:ea typeface="Helvetica Neue"/>
                <a:cs typeface="Helvetica Neue"/>
              </a:rPr>
              <a:t>Operational data and batch analysis</a:t>
            </a:r>
          </a:p>
        </p:txBody>
      </p:sp>
      <p:sp>
        <p:nvSpPr>
          <p:cNvPr id="2" name="text-67">
            <a:extLst xmlns:a="http://schemas.openxmlformats.org/drawingml/2006/main">
              <a:ext uri="{FF2B5EF4-FFF2-40B4-BE49-F238E27FC236}">
                <a16:creationId xmlns:a16="http://schemas.microsoft.com/office/drawing/2014/main" id="{AC8155EB-983C-4F8C-BA50-5B7E37557F3A}"/>
              </a:ext>
            </a:extLst>
          </p:cNvPr>
          <p:cNvSpPr>
            <a:spLocks xmlns:a="http://schemas.openxmlformats.org/drawingml/2006/main" noGrp="1"/>
          </p:cNvSpPr>
          <p:nvPr/>
        </p:nvSpPr>
        <p:spPr>
          <a:xfrm xmlns:a="http://schemas.openxmlformats.org/drawingml/2006/main">
            <a:off x="10953750" y="64008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D6560"/>
                </a:solidFill>
                <a:latin typeface="Helvetica Neue"/>
                <a:ea typeface="Helvetica Neue"/>
                <a:cs typeface="Helvetica Neue"/>
              </a:defRPr>
            </a:defPPr>
            <a:lvl1pPr algn="r">
              <a:defRPr sz="1425" b="0">
                <a:solidFill>
                  <a:srgbClr val="5D6560"/>
                </a:solidFill>
                <a:latin typeface="Helvetica Neue"/>
                <a:ea typeface="Helvetica Neue"/>
                <a:cs typeface="Helvetica Neue"/>
              </a:defRPr>
            </a:lvl1pPr>
            <a:lvl2pPr algn="r">
              <a:defRPr sz="1425" b="0">
                <a:solidFill>
                  <a:srgbClr val="5D6560"/>
                </a:solidFill>
                <a:latin typeface="Helvetica Neue"/>
                <a:ea typeface="Helvetica Neue"/>
                <a:cs typeface="Helvetica Neue"/>
              </a:defRPr>
            </a:lvl2pPr>
            <a:lvl3pPr algn="r">
              <a:defRPr sz="1425" b="0">
                <a:solidFill>
                  <a:srgbClr val="5D6560"/>
                </a:solidFill>
                <a:latin typeface="Helvetica Neue"/>
                <a:ea typeface="Helvetica Neue"/>
                <a:cs typeface="Helvetica Neue"/>
              </a:defRPr>
            </a:lvl3pPr>
            <a:lvl4pPr algn="r">
              <a:defRPr sz="1425" b="0">
                <a:solidFill>
                  <a:srgbClr val="5D6560"/>
                </a:solidFill>
                <a:latin typeface="Helvetica Neue"/>
                <a:ea typeface="Helvetica Neue"/>
                <a:cs typeface="Helvetica Neue"/>
              </a:defRPr>
            </a:lvl4pPr>
            <a:lvl5pPr algn="r">
              <a:defRPr sz="1425" b="0">
                <a:solidFill>
                  <a:srgbClr val="5D6560"/>
                </a:solidFill>
                <a:latin typeface="Helvetica Neue"/>
                <a:ea typeface="Helvetica Neue"/>
                <a:cs typeface="Helvetica Neue"/>
              </a:defRPr>
            </a:lvl5pPr>
            <a:lvl6pPr algn="r">
              <a:defRPr sz="1425" b="0">
                <a:solidFill>
                  <a:srgbClr val="5D6560"/>
                </a:solidFill>
                <a:latin typeface="Helvetica Neue"/>
                <a:ea typeface="Helvetica Neue"/>
                <a:cs typeface="Helvetica Neue"/>
              </a:defRPr>
            </a:lvl6pPr>
            <a:lvl7pPr algn="r">
              <a:defRPr sz="1425" b="0">
                <a:solidFill>
                  <a:srgbClr val="5D6560"/>
                </a:solidFill>
                <a:latin typeface="Helvetica Neue"/>
                <a:ea typeface="Helvetica Neue"/>
                <a:cs typeface="Helvetica Neue"/>
              </a:defRPr>
            </a:lvl7pPr>
            <a:lvl8pPr algn="r">
              <a:defRPr sz="1425" b="0">
                <a:solidFill>
                  <a:srgbClr val="5D6560"/>
                </a:solidFill>
                <a:latin typeface="Helvetica Neue"/>
                <a:ea typeface="Helvetica Neue"/>
                <a:cs typeface="Helvetica Neue"/>
              </a:defRPr>
            </a:lvl8pPr>
            <a:lvl9pPr algn="r">
              <a:defRPr sz="1425" b="0">
                <a:solidFill>
                  <a:srgbClr val="5D6560"/>
                </a:solidFill>
                <a:latin typeface="Helvetica Neue"/>
                <a:ea typeface="Helvetica Neue"/>
                <a:cs typeface="Helvetica Neue"/>
              </a:defRPr>
            </a:lvl9pPr>
          </a:lstStyle>
          <a:p xmlns:a="http://schemas.openxmlformats.org/drawingml/2006/main">
            <a:pPr algn="r">
              <a:defRPr sz="1425" b="0">
                <a:solidFill>
                  <a:srgbClr val="5D6560"/>
                </a:solidFill>
                <a:latin typeface="Helvetica Neue"/>
                <a:ea typeface="Helvetica Neue"/>
                <a:cs typeface="Helvetica Neue"/>
              </a:defRPr>
            </a:pPr>
            <a:r>
              <a:rPr sz="1425" b="0">
                <a:solidFill>
                  <a:srgbClr val="5D6560"/>
                </a:solidFill>
                <a:latin typeface="Helvetica Neue"/>
                <a:ea typeface="Helvetica Neue"/>
                <a:cs typeface="Helvetica Neue"/>
              </a:rPr>
              <a:t>07</a:t>
            </a:r>
          </a:p>
        </p:txBody>
      </p:sp>
      <p:sp>
        <p:nvSpPr>
          <p:cNvPr id="3" name="text-68">
            <a:extLst xmlns:a="http://schemas.openxmlformats.org/drawingml/2006/main">
              <a:ext uri="{FF2B5EF4-FFF2-40B4-BE49-F238E27FC236}">
                <a16:creationId xmlns:a16="http://schemas.microsoft.com/office/drawing/2014/main" id="{21264FBA-0C9B-4E28-A902-A877199937AE}"/>
              </a:ext>
            </a:extLst>
          </p:cNvPr>
          <p:cNvSpPr>
            <a:spLocks xmlns:a="http://schemas.openxmlformats.org/drawingml/2006/main" noGrp="1"/>
          </p:cNvSpPr>
          <p:nvPr/>
        </p:nvSpPr>
        <p:spPr>
          <a:xfrm xmlns:a="http://schemas.openxmlformats.org/drawingml/2006/main">
            <a:off x="762000" y="1828800"/>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1414"/>
                </a:solidFill>
                <a:latin typeface="Helvetica Neue"/>
                <a:ea typeface="Helvetica Neue"/>
                <a:cs typeface="Helvetica Neue"/>
              </a:defRPr>
            </a:defPPr>
            <a:lvl1pPr>
              <a:defRPr sz="3300" b="1">
                <a:solidFill>
                  <a:srgbClr val="141414"/>
                </a:solidFill>
                <a:latin typeface="Helvetica Neue"/>
                <a:ea typeface="Helvetica Neue"/>
                <a:cs typeface="Helvetica Neue"/>
              </a:defRPr>
            </a:lvl1pPr>
            <a:lvl2pPr>
              <a:defRPr sz="3300" b="1">
                <a:solidFill>
                  <a:srgbClr val="141414"/>
                </a:solidFill>
                <a:latin typeface="Helvetica Neue"/>
                <a:ea typeface="Helvetica Neue"/>
                <a:cs typeface="Helvetica Neue"/>
              </a:defRPr>
            </a:lvl2pPr>
            <a:lvl3pPr>
              <a:defRPr sz="3300" b="1">
                <a:solidFill>
                  <a:srgbClr val="141414"/>
                </a:solidFill>
                <a:latin typeface="Helvetica Neue"/>
                <a:ea typeface="Helvetica Neue"/>
                <a:cs typeface="Helvetica Neue"/>
              </a:defRPr>
            </a:lvl3pPr>
            <a:lvl4pPr>
              <a:defRPr sz="3300" b="1">
                <a:solidFill>
                  <a:srgbClr val="141414"/>
                </a:solidFill>
                <a:latin typeface="Helvetica Neue"/>
                <a:ea typeface="Helvetica Neue"/>
                <a:cs typeface="Helvetica Neue"/>
              </a:defRPr>
            </a:lvl4pPr>
            <a:lvl5pPr>
              <a:defRPr sz="3300" b="1">
                <a:solidFill>
                  <a:srgbClr val="141414"/>
                </a:solidFill>
                <a:latin typeface="Helvetica Neue"/>
                <a:ea typeface="Helvetica Neue"/>
                <a:cs typeface="Helvetica Neue"/>
              </a:defRPr>
            </a:lvl5pPr>
            <a:lvl6pPr>
              <a:defRPr sz="3300" b="1">
                <a:solidFill>
                  <a:srgbClr val="141414"/>
                </a:solidFill>
                <a:latin typeface="Helvetica Neue"/>
                <a:ea typeface="Helvetica Neue"/>
                <a:cs typeface="Helvetica Neue"/>
              </a:defRPr>
            </a:lvl6pPr>
            <a:lvl7pPr>
              <a:defRPr sz="3300" b="1">
                <a:solidFill>
                  <a:srgbClr val="141414"/>
                </a:solidFill>
                <a:latin typeface="Helvetica Neue"/>
                <a:ea typeface="Helvetica Neue"/>
                <a:cs typeface="Helvetica Neue"/>
              </a:defRPr>
            </a:lvl7pPr>
            <a:lvl8pPr>
              <a:defRPr sz="3300" b="1">
                <a:solidFill>
                  <a:srgbClr val="141414"/>
                </a:solidFill>
                <a:latin typeface="Helvetica Neue"/>
                <a:ea typeface="Helvetica Neue"/>
                <a:cs typeface="Helvetica Neue"/>
              </a:defRPr>
            </a:lvl8pPr>
            <a:lvl9pPr>
              <a:defRPr sz="3300" b="1">
                <a:solidFill>
                  <a:srgbClr val="141414"/>
                </a:solidFill>
                <a:latin typeface="Helvetica Neue"/>
                <a:ea typeface="Helvetica Neue"/>
                <a:cs typeface="Helvetica Neue"/>
              </a:defRPr>
            </a:lvl9pPr>
          </a:lstStyle>
          <a:p xmlns:a="http://schemas.openxmlformats.org/drawingml/2006/main">
            <a:pPr>
              <a:defRPr sz="3300" b="1">
                <a:solidFill>
                  <a:srgbClr val="141414"/>
                </a:solidFill>
                <a:latin typeface="Helvetica Neue"/>
                <a:ea typeface="Helvetica Neue"/>
                <a:cs typeface="Helvetica Neue"/>
              </a:defRPr>
            </a:pPr>
            <a:r>
              <a:rPr sz="3300" b="1">
                <a:solidFill>
                  <a:srgbClr val="141414"/>
                </a:solidFill>
                <a:latin typeface="Helvetica Neue"/>
                <a:ea typeface="Helvetica Neue"/>
                <a:cs typeface="Helvetica Neue"/>
              </a:rPr>
              <a:t>Tiger Data</a:t>
            </a:r>
          </a:p>
        </p:txBody>
      </p:sp>
      <p:sp>
        <p:nvSpPr>
          <p:cNvPr id="4" name="text-69">
            <a:extLst xmlns:a="http://schemas.openxmlformats.org/drawingml/2006/main">
              <a:ext uri="{FF2B5EF4-FFF2-40B4-BE49-F238E27FC236}">
                <a16:creationId xmlns:a16="http://schemas.microsoft.com/office/drawing/2014/main" id="{DAC21C45-806D-4A65-B132-6D0411E871C0}"/>
              </a:ext>
            </a:extLst>
          </p:cNvPr>
          <p:cNvSpPr>
            <a:spLocks xmlns:a="http://schemas.openxmlformats.org/drawingml/2006/main" noGrp="1"/>
          </p:cNvSpPr>
          <p:nvPr/>
        </p:nvSpPr>
        <p:spPr>
          <a:xfrm xmlns:a="http://schemas.openxmlformats.org/drawingml/2006/main">
            <a:off x="762000" y="2609850"/>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216B49"/>
                </a:solidFill>
                <a:latin typeface="Helvetica Neue"/>
                <a:ea typeface="Helvetica Neue"/>
                <a:cs typeface="Helvetica Neue"/>
              </a:defRPr>
            </a:defPPr>
            <a:lvl1pPr>
              <a:defRPr sz="1800" b="1">
                <a:solidFill>
                  <a:srgbClr val="216B49"/>
                </a:solidFill>
                <a:latin typeface="Helvetica Neue"/>
                <a:ea typeface="Helvetica Neue"/>
                <a:cs typeface="Helvetica Neue"/>
              </a:defRPr>
            </a:lvl1pPr>
            <a:lvl2pPr>
              <a:defRPr sz="1800" b="1">
                <a:solidFill>
                  <a:srgbClr val="216B49"/>
                </a:solidFill>
                <a:latin typeface="Helvetica Neue"/>
                <a:ea typeface="Helvetica Neue"/>
                <a:cs typeface="Helvetica Neue"/>
              </a:defRPr>
            </a:lvl2pPr>
            <a:lvl3pPr>
              <a:defRPr sz="1800" b="1">
                <a:solidFill>
                  <a:srgbClr val="216B49"/>
                </a:solidFill>
                <a:latin typeface="Helvetica Neue"/>
                <a:ea typeface="Helvetica Neue"/>
                <a:cs typeface="Helvetica Neue"/>
              </a:defRPr>
            </a:lvl3pPr>
            <a:lvl4pPr>
              <a:defRPr sz="1800" b="1">
                <a:solidFill>
                  <a:srgbClr val="216B49"/>
                </a:solidFill>
                <a:latin typeface="Helvetica Neue"/>
                <a:ea typeface="Helvetica Neue"/>
                <a:cs typeface="Helvetica Neue"/>
              </a:defRPr>
            </a:lvl4pPr>
            <a:lvl5pPr>
              <a:defRPr sz="1800" b="1">
                <a:solidFill>
                  <a:srgbClr val="216B49"/>
                </a:solidFill>
                <a:latin typeface="Helvetica Neue"/>
                <a:ea typeface="Helvetica Neue"/>
                <a:cs typeface="Helvetica Neue"/>
              </a:defRPr>
            </a:lvl5pPr>
            <a:lvl6pPr>
              <a:defRPr sz="1800" b="1">
                <a:solidFill>
                  <a:srgbClr val="216B49"/>
                </a:solidFill>
                <a:latin typeface="Helvetica Neue"/>
                <a:ea typeface="Helvetica Neue"/>
                <a:cs typeface="Helvetica Neue"/>
              </a:defRPr>
            </a:lvl6pPr>
            <a:lvl7pPr>
              <a:defRPr sz="1800" b="1">
                <a:solidFill>
                  <a:srgbClr val="216B49"/>
                </a:solidFill>
                <a:latin typeface="Helvetica Neue"/>
                <a:ea typeface="Helvetica Neue"/>
                <a:cs typeface="Helvetica Neue"/>
              </a:defRPr>
            </a:lvl7pPr>
            <a:lvl8pPr>
              <a:defRPr sz="1800" b="1">
                <a:solidFill>
                  <a:srgbClr val="216B49"/>
                </a:solidFill>
                <a:latin typeface="Helvetica Neue"/>
                <a:ea typeface="Helvetica Neue"/>
                <a:cs typeface="Helvetica Neue"/>
              </a:defRPr>
            </a:lvl8pPr>
            <a:lvl9pPr>
              <a:defRPr sz="1800" b="1">
                <a:solidFill>
                  <a:srgbClr val="216B49"/>
                </a:solidFill>
                <a:latin typeface="Helvetica Neue"/>
                <a:ea typeface="Helvetica Neue"/>
                <a:cs typeface="Helvetica Neue"/>
              </a:defRPr>
            </a:lvl9pPr>
          </a:lstStyle>
          <a:p xmlns:a="http://schemas.openxmlformats.org/drawingml/2006/main">
            <a:pPr>
              <a:defRPr sz="1800" b="1">
                <a:solidFill>
                  <a:srgbClr val="216B49"/>
                </a:solidFill>
                <a:latin typeface="Helvetica Neue"/>
                <a:ea typeface="Helvetica Neue"/>
                <a:cs typeface="Helvetica Neue"/>
              </a:defRPr>
            </a:pPr>
            <a:r>
              <a:rPr sz="1800" b="1">
                <a:solidFill>
                  <a:srgbClr val="216B49"/>
                </a:solidFill>
                <a:latin typeface="Helvetica Neue"/>
                <a:ea typeface="Helvetica Neue"/>
                <a:cs typeface="Helvetica Neue"/>
              </a:rPr>
              <a:t>Operational history</a:t>
            </a:r>
          </a:p>
        </p:txBody>
      </p:sp>
      <p:sp>
        <p:nvSpPr>
          <p:cNvPr id="5" name="text-70">
            <a:extLst xmlns:a="http://schemas.openxmlformats.org/drawingml/2006/main">
              <a:ext uri="{FF2B5EF4-FFF2-40B4-BE49-F238E27FC236}">
                <a16:creationId xmlns:a16="http://schemas.microsoft.com/office/drawing/2014/main" id="{D6815232-67B4-422C-A1F7-B5651661E4FB}"/>
              </a:ext>
            </a:extLst>
          </p:cNvPr>
          <p:cNvSpPr>
            <a:spLocks xmlns:a="http://schemas.openxmlformats.org/drawingml/2006/main" noGrp="1"/>
          </p:cNvSpPr>
          <p:nvPr/>
        </p:nvSpPr>
        <p:spPr>
          <a:xfrm xmlns:a="http://schemas.openxmlformats.org/drawingml/2006/main">
            <a:off x="762000" y="3143250"/>
            <a:ext cx="4857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5D6560"/>
                </a:solidFill>
                <a:latin typeface="Helvetica Neue"/>
                <a:ea typeface="Helvetica Neue"/>
                <a:cs typeface="Helvetica Neue"/>
              </a:defRPr>
            </a:defPPr>
            <a:lvl1pPr>
              <a:defRPr sz="2250" b="0">
                <a:solidFill>
                  <a:srgbClr val="5D6560"/>
                </a:solidFill>
                <a:latin typeface="Helvetica Neue"/>
                <a:ea typeface="Helvetica Neue"/>
                <a:cs typeface="Helvetica Neue"/>
              </a:defRPr>
            </a:lvl1pPr>
            <a:lvl2pPr>
              <a:defRPr sz="2250" b="0">
                <a:solidFill>
                  <a:srgbClr val="5D6560"/>
                </a:solidFill>
                <a:latin typeface="Helvetica Neue"/>
                <a:ea typeface="Helvetica Neue"/>
                <a:cs typeface="Helvetica Neue"/>
              </a:defRPr>
            </a:lvl2pPr>
            <a:lvl3pPr>
              <a:defRPr sz="2250" b="0">
                <a:solidFill>
                  <a:srgbClr val="5D6560"/>
                </a:solidFill>
                <a:latin typeface="Helvetica Neue"/>
                <a:ea typeface="Helvetica Neue"/>
                <a:cs typeface="Helvetica Neue"/>
              </a:defRPr>
            </a:lvl3pPr>
            <a:lvl4pPr>
              <a:defRPr sz="2250" b="0">
                <a:solidFill>
                  <a:srgbClr val="5D6560"/>
                </a:solidFill>
                <a:latin typeface="Helvetica Neue"/>
                <a:ea typeface="Helvetica Neue"/>
                <a:cs typeface="Helvetica Neue"/>
              </a:defRPr>
            </a:lvl4pPr>
            <a:lvl5pPr>
              <a:defRPr sz="2250" b="0">
                <a:solidFill>
                  <a:srgbClr val="5D6560"/>
                </a:solidFill>
                <a:latin typeface="Helvetica Neue"/>
                <a:ea typeface="Helvetica Neue"/>
                <a:cs typeface="Helvetica Neue"/>
              </a:defRPr>
            </a:lvl5pPr>
            <a:lvl6pPr>
              <a:defRPr sz="2250" b="0">
                <a:solidFill>
                  <a:srgbClr val="5D6560"/>
                </a:solidFill>
                <a:latin typeface="Helvetica Neue"/>
                <a:ea typeface="Helvetica Neue"/>
                <a:cs typeface="Helvetica Neue"/>
              </a:defRPr>
            </a:lvl6pPr>
            <a:lvl7pPr>
              <a:defRPr sz="2250" b="0">
                <a:solidFill>
                  <a:srgbClr val="5D6560"/>
                </a:solidFill>
                <a:latin typeface="Helvetica Neue"/>
                <a:ea typeface="Helvetica Neue"/>
                <a:cs typeface="Helvetica Neue"/>
              </a:defRPr>
            </a:lvl7pPr>
            <a:lvl8pPr>
              <a:defRPr sz="2250" b="0">
                <a:solidFill>
                  <a:srgbClr val="5D6560"/>
                </a:solidFill>
                <a:latin typeface="Helvetica Neue"/>
                <a:ea typeface="Helvetica Neue"/>
                <a:cs typeface="Helvetica Neue"/>
              </a:defRPr>
            </a:lvl8pPr>
            <a:lvl9pPr>
              <a:defRPr sz="2250" b="0">
                <a:solidFill>
                  <a:srgbClr val="5D6560"/>
                </a:solidFill>
                <a:latin typeface="Helvetica Neue"/>
                <a:ea typeface="Helvetica Neue"/>
                <a:cs typeface="Helvetica Neue"/>
              </a:defRPr>
            </a:lvl9pPr>
          </a:lstStyle>
          <a:p xmlns:a="http://schemas.openxmlformats.org/drawingml/2006/main">
            <a:pPr>
              <a:defRPr sz="2250" b="0">
                <a:solidFill>
                  <a:srgbClr val="5D6560"/>
                </a:solidFill>
                <a:latin typeface="Helvetica Neue"/>
                <a:ea typeface="Helvetica Neue"/>
                <a:cs typeface="Helvetica Neue"/>
              </a:defRPr>
            </a:pPr>
            <a:r>
              <a:rPr sz="2250" b="0">
                <a:solidFill>
                  <a:srgbClr val="5D6560"/>
                </a:solidFill>
                <a:latin typeface="Helvetica Neue"/>
                <a:ea typeface="Helvetica Neue"/>
                <a:cs typeface="Helvetica Neue"/>
              </a:rPr>
              <a:t>Implemented snapshot adapter</a:t>
            </a:r>
          </a:p>
          <a:p xmlns:a="http://schemas.openxmlformats.org/drawingml/2006/main">
            <a:pPr>
              <a:defRPr sz="2250" b="0">
                <a:solidFill>
                  <a:srgbClr val="5D6560"/>
                </a:solidFill>
                <a:latin typeface="Helvetica Neue"/>
                <a:ea typeface="Helvetica Neue"/>
                <a:cs typeface="Helvetica Neue"/>
              </a:defRPr>
            </a:pPr>
            <a:r>
              <a:rPr sz="2250" b="0">
                <a:solidFill>
                  <a:srgbClr val="5D6560"/>
                </a:solidFill>
                <a:latin typeface="Helvetica Neue"/>
                <a:ea typeface="Helvetica Neue"/>
                <a:cs typeface="Helvetica Neue"/>
              </a:rPr>
              <a:t>Timestamped Watch scalars</a:t>
            </a:r>
          </a:p>
          <a:p xmlns:a="http://schemas.openxmlformats.org/drawingml/2006/main">
            <a:pPr>
              <a:defRPr sz="2250" b="0">
                <a:solidFill>
                  <a:srgbClr val="5D6560"/>
                </a:solidFill>
                <a:latin typeface="Helvetica Neue"/>
                <a:ea typeface="Helvetica Neue"/>
                <a:cs typeface="Helvetica Neue"/>
              </a:defRPr>
            </a:pPr>
            <a:r>
              <a:rPr sz="2250" b="0">
                <a:solidFill>
                  <a:srgbClr val="5D6560"/>
                </a:solidFill>
                <a:latin typeface="Helvetica Neue"/>
                <a:ea typeface="Helvetica Neue"/>
                <a:cs typeface="Helvetica Neue"/>
              </a:rPr>
              <a:t>Explicit optional upload</a:t>
            </a:r>
          </a:p>
        </p:txBody>
      </p:sp>
      <p:sp>
        <p:nvSpPr>
          <p:cNvPr id="6" name="text-71">
            <a:extLst xmlns:a="http://schemas.openxmlformats.org/drawingml/2006/main">
              <a:ext uri="{FF2B5EF4-FFF2-40B4-BE49-F238E27FC236}">
                <a16:creationId xmlns:a16="http://schemas.microsoft.com/office/drawing/2014/main" id="{6B8E988C-5106-4FE9-9977-88FC0C8EA362}"/>
              </a:ext>
            </a:extLst>
          </p:cNvPr>
          <p:cNvSpPr>
            <a:spLocks xmlns:a="http://schemas.openxmlformats.org/drawingml/2006/main" noGrp="1"/>
          </p:cNvSpPr>
          <p:nvPr/>
        </p:nvSpPr>
        <p:spPr>
          <a:xfrm xmlns:a="http://schemas.openxmlformats.org/drawingml/2006/main">
            <a:off x="762000" y="5114925"/>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D6560"/>
                </a:solidFill>
                <a:latin typeface="Helvetica Neue"/>
                <a:ea typeface="Helvetica Neue"/>
                <a:cs typeface="Helvetica Neue"/>
              </a:defRPr>
            </a:defPPr>
            <a:lvl1pPr>
              <a:defRPr sz="2025" b="0">
                <a:solidFill>
                  <a:srgbClr val="5D6560"/>
                </a:solidFill>
                <a:latin typeface="Helvetica Neue"/>
                <a:ea typeface="Helvetica Neue"/>
                <a:cs typeface="Helvetica Neue"/>
              </a:defRPr>
            </a:lvl1pPr>
            <a:lvl2pPr>
              <a:defRPr sz="2025" b="0">
                <a:solidFill>
                  <a:srgbClr val="5D6560"/>
                </a:solidFill>
                <a:latin typeface="Helvetica Neue"/>
                <a:ea typeface="Helvetica Neue"/>
                <a:cs typeface="Helvetica Neue"/>
              </a:defRPr>
            </a:lvl2pPr>
            <a:lvl3pPr>
              <a:defRPr sz="2025" b="0">
                <a:solidFill>
                  <a:srgbClr val="5D6560"/>
                </a:solidFill>
                <a:latin typeface="Helvetica Neue"/>
                <a:ea typeface="Helvetica Neue"/>
                <a:cs typeface="Helvetica Neue"/>
              </a:defRPr>
            </a:lvl3pPr>
            <a:lvl4pPr>
              <a:defRPr sz="2025" b="0">
                <a:solidFill>
                  <a:srgbClr val="5D6560"/>
                </a:solidFill>
                <a:latin typeface="Helvetica Neue"/>
                <a:ea typeface="Helvetica Neue"/>
                <a:cs typeface="Helvetica Neue"/>
              </a:defRPr>
            </a:lvl4pPr>
            <a:lvl5pPr>
              <a:defRPr sz="2025" b="0">
                <a:solidFill>
                  <a:srgbClr val="5D6560"/>
                </a:solidFill>
                <a:latin typeface="Helvetica Neue"/>
                <a:ea typeface="Helvetica Neue"/>
                <a:cs typeface="Helvetica Neue"/>
              </a:defRPr>
            </a:lvl5pPr>
            <a:lvl6pPr>
              <a:defRPr sz="2025" b="0">
                <a:solidFill>
                  <a:srgbClr val="5D6560"/>
                </a:solidFill>
                <a:latin typeface="Helvetica Neue"/>
                <a:ea typeface="Helvetica Neue"/>
                <a:cs typeface="Helvetica Neue"/>
              </a:defRPr>
            </a:lvl6pPr>
            <a:lvl7pPr>
              <a:defRPr sz="2025" b="0">
                <a:solidFill>
                  <a:srgbClr val="5D6560"/>
                </a:solidFill>
                <a:latin typeface="Helvetica Neue"/>
                <a:ea typeface="Helvetica Neue"/>
                <a:cs typeface="Helvetica Neue"/>
              </a:defRPr>
            </a:lvl7pPr>
            <a:lvl8pPr>
              <a:defRPr sz="2025" b="0">
                <a:solidFill>
                  <a:srgbClr val="5D6560"/>
                </a:solidFill>
                <a:latin typeface="Helvetica Neue"/>
                <a:ea typeface="Helvetica Neue"/>
                <a:cs typeface="Helvetica Neue"/>
              </a:defRPr>
            </a:lvl8pPr>
            <a:lvl9pPr>
              <a:defRPr sz="2025" b="0">
                <a:solidFill>
                  <a:srgbClr val="5D6560"/>
                </a:solidFill>
                <a:latin typeface="Helvetica Neue"/>
                <a:ea typeface="Helvetica Neue"/>
                <a:cs typeface="Helvetica Neue"/>
              </a:defRPr>
            </a:lvl9pPr>
          </a:lstStyle>
          <a:p xmlns:a="http://schemas.openxmlformats.org/drawingml/2006/main">
            <a:pPr>
              <a:defRPr sz="2025" b="0">
                <a:solidFill>
                  <a:srgbClr val="5D6560"/>
                </a:solidFill>
                <a:latin typeface="Helvetica Neue"/>
                <a:ea typeface="Helvetica Neue"/>
                <a:cs typeface="Helvetica Neue"/>
              </a:defRPr>
            </a:pPr>
            <a:r>
              <a:rPr sz="2025" b="0">
                <a:solidFill>
                  <a:srgbClr val="5D6560"/>
                </a:solidFill>
                <a:latin typeface="Helvetica Neue"/>
                <a:ea typeface="Helvetica Neue"/>
                <a:cs typeface="Helvetica Neue"/>
              </a:rPr>
              <a:t>Console schema accepted; zero rows.</a:t>
            </a:r>
          </a:p>
          <a:p xmlns:a="http://schemas.openxmlformats.org/drawingml/2006/main">
            <a:pPr>
              <a:defRPr sz="2025" b="0">
                <a:solidFill>
                  <a:srgbClr val="5D6560"/>
                </a:solidFill>
                <a:latin typeface="Helvetica Neue"/>
                <a:ea typeface="Helvetica Neue"/>
                <a:cs typeface="Helvetica Neue"/>
              </a:defRPr>
            </a:pPr>
            <a:r>
              <a:rPr sz="2025" b="0">
                <a:solidFill>
                  <a:srgbClr val="5D6560"/>
                </a:solidFill>
                <a:latin typeface="Helvetica Neue"/>
                <a:ea typeface="Helvetica Neue"/>
                <a:cs typeface="Helvetica Neue"/>
              </a:rPr>
              <a:t>Node TLS and ingestion pending.</a:t>
            </a:r>
          </a:p>
        </p:txBody>
      </p:sp>
      <p:sp>
        <p:nvSpPr>
          <p:cNvPr id="7" name="text-72">
            <a:extLst xmlns:a="http://schemas.openxmlformats.org/drawingml/2006/main">
              <a:ext uri="{FF2B5EF4-FFF2-40B4-BE49-F238E27FC236}">
                <a16:creationId xmlns:a16="http://schemas.microsoft.com/office/drawing/2014/main" id="{CC2B6BC7-2CF8-4C52-9A24-6E4B2B97C4D0}"/>
              </a:ext>
            </a:extLst>
          </p:cNvPr>
          <p:cNvSpPr>
            <a:spLocks xmlns:a="http://schemas.openxmlformats.org/drawingml/2006/main" noGrp="1"/>
          </p:cNvSpPr>
          <p:nvPr/>
        </p:nvSpPr>
        <p:spPr>
          <a:xfrm xmlns:a="http://schemas.openxmlformats.org/drawingml/2006/main">
            <a:off x="6762750" y="1828800"/>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41414"/>
                </a:solidFill>
                <a:latin typeface="Helvetica Neue"/>
                <a:ea typeface="Helvetica Neue"/>
                <a:cs typeface="Helvetica Neue"/>
              </a:defRPr>
            </a:defPPr>
            <a:lvl1pPr>
              <a:defRPr sz="3300" b="1">
                <a:solidFill>
                  <a:srgbClr val="141414"/>
                </a:solidFill>
                <a:latin typeface="Helvetica Neue"/>
                <a:ea typeface="Helvetica Neue"/>
                <a:cs typeface="Helvetica Neue"/>
              </a:defRPr>
            </a:lvl1pPr>
            <a:lvl2pPr>
              <a:defRPr sz="3300" b="1">
                <a:solidFill>
                  <a:srgbClr val="141414"/>
                </a:solidFill>
                <a:latin typeface="Helvetica Neue"/>
                <a:ea typeface="Helvetica Neue"/>
                <a:cs typeface="Helvetica Neue"/>
              </a:defRPr>
            </a:lvl2pPr>
            <a:lvl3pPr>
              <a:defRPr sz="3300" b="1">
                <a:solidFill>
                  <a:srgbClr val="141414"/>
                </a:solidFill>
                <a:latin typeface="Helvetica Neue"/>
                <a:ea typeface="Helvetica Neue"/>
                <a:cs typeface="Helvetica Neue"/>
              </a:defRPr>
            </a:lvl3pPr>
            <a:lvl4pPr>
              <a:defRPr sz="3300" b="1">
                <a:solidFill>
                  <a:srgbClr val="141414"/>
                </a:solidFill>
                <a:latin typeface="Helvetica Neue"/>
                <a:ea typeface="Helvetica Neue"/>
                <a:cs typeface="Helvetica Neue"/>
              </a:defRPr>
            </a:lvl4pPr>
            <a:lvl5pPr>
              <a:defRPr sz="3300" b="1">
                <a:solidFill>
                  <a:srgbClr val="141414"/>
                </a:solidFill>
                <a:latin typeface="Helvetica Neue"/>
                <a:ea typeface="Helvetica Neue"/>
                <a:cs typeface="Helvetica Neue"/>
              </a:defRPr>
            </a:lvl5pPr>
            <a:lvl6pPr>
              <a:defRPr sz="3300" b="1">
                <a:solidFill>
                  <a:srgbClr val="141414"/>
                </a:solidFill>
                <a:latin typeface="Helvetica Neue"/>
                <a:ea typeface="Helvetica Neue"/>
                <a:cs typeface="Helvetica Neue"/>
              </a:defRPr>
            </a:lvl6pPr>
            <a:lvl7pPr>
              <a:defRPr sz="3300" b="1">
                <a:solidFill>
                  <a:srgbClr val="141414"/>
                </a:solidFill>
                <a:latin typeface="Helvetica Neue"/>
                <a:ea typeface="Helvetica Neue"/>
                <a:cs typeface="Helvetica Neue"/>
              </a:defRPr>
            </a:lvl7pPr>
            <a:lvl8pPr>
              <a:defRPr sz="3300" b="1">
                <a:solidFill>
                  <a:srgbClr val="141414"/>
                </a:solidFill>
                <a:latin typeface="Helvetica Neue"/>
                <a:ea typeface="Helvetica Neue"/>
                <a:cs typeface="Helvetica Neue"/>
              </a:defRPr>
            </a:lvl8pPr>
            <a:lvl9pPr>
              <a:defRPr sz="3300" b="1">
                <a:solidFill>
                  <a:srgbClr val="141414"/>
                </a:solidFill>
                <a:latin typeface="Helvetica Neue"/>
                <a:ea typeface="Helvetica Neue"/>
                <a:cs typeface="Helvetica Neue"/>
              </a:defRPr>
            </a:lvl9pPr>
          </a:lstStyle>
          <a:p xmlns:a="http://schemas.openxmlformats.org/drawingml/2006/main">
            <a:pPr>
              <a:defRPr sz="3300" b="1">
                <a:solidFill>
                  <a:srgbClr val="141414"/>
                </a:solidFill>
                <a:latin typeface="Helvetica Neue"/>
                <a:ea typeface="Helvetica Neue"/>
                <a:cs typeface="Helvetica Neue"/>
              </a:defRPr>
            </a:pPr>
            <a:r>
              <a:rPr sz="3300" b="1">
                <a:solidFill>
                  <a:srgbClr val="141414"/>
                </a:solidFill>
                <a:latin typeface="Helvetica Neue"/>
                <a:ea typeface="Helvetica Neue"/>
                <a:cs typeface="Helvetica Neue"/>
              </a:rPr>
              <a:t>Snowflake</a:t>
            </a:r>
          </a:p>
        </p:txBody>
      </p:sp>
      <p:sp>
        <p:nvSpPr>
          <p:cNvPr id="8" name="text-73">
            <a:extLst xmlns:a="http://schemas.openxmlformats.org/drawingml/2006/main">
              <a:ext uri="{FF2B5EF4-FFF2-40B4-BE49-F238E27FC236}">
                <a16:creationId xmlns:a16="http://schemas.microsoft.com/office/drawing/2014/main" id="{5C471571-6B80-45BD-A73F-A70555D01C7E}"/>
              </a:ext>
            </a:extLst>
          </p:cNvPr>
          <p:cNvSpPr>
            <a:spLocks xmlns:a="http://schemas.openxmlformats.org/drawingml/2006/main" noGrp="1"/>
          </p:cNvSpPr>
          <p:nvPr/>
        </p:nvSpPr>
        <p:spPr>
          <a:xfrm xmlns:a="http://schemas.openxmlformats.org/drawingml/2006/main">
            <a:off x="6762750" y="2609850"/>
            <a:ext cx="466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216B49"/>
                </a:solidFill>
                <a:latin typeface="Helvetica Neue"/>
                <a:ea typeface="Helvetica Neue"/>
                <a:cs typeface="Helvetica Neue"/>
              </a:defRPr>
            </a:defPPr>
            <a:lvl1pPr>
              <a:defRPr sz="1800" b="1">
                <a:solidFill>
                  <a:srgbClr val="216B49"/>
                </a:solidFill>
                <a:latin typeface="Helvetica Neue"/>
                <a:ea typeface="Helvetica Neue"/>
                <a:cs typeface="Helvetica Neue"/>
              </a:defRPr>
            </a:lvl1pPr>
            <a:lvl2pPr>
              <a:defRPr sz="1800" b="1">
                <a:solidFill>
                  <a:srgbClr val="216B49"/>
                </a:solidFill>
                <a:latin typeface="Helvetica Neue"/>
                <a:ea typeface="Helvetica Neue"/>
                <a:cs typeface="Helvetica Neue"/>
              </a:defRPr>
            </a:lvl2pPr>
            <a:lvl3pPr>
              <a:defRPr sz="1800" b="1">
                <a:solidFill>
                  <a:srgbClr val="216B49"/>
                </a:solidFill>
                <a:latin typeface="Helvetica Neue"/>
                <a:ea typeface="Helvetica Neue"/>
                <a:cs typeface="Helvetica Neue"/>
              </a:defRPr>
            </a:lvl3pPr>
            <a:lvl4pPr>
              <a:defRPr sz="1800" b="1">
                <a:solidFill>
                  <a:srgbClr val="216B49"/>
                </a:solidFill>
                <a:latin typeface="Helvetica Neue"/>
                <a:ea typeface="Helvetica Neue"/>
                <a:cs typeface="Helvetica Neue"/>
              </a:defRPr>
            </a:lvl4pPr>
            <a:lvl5pPr>
              <a:defRPr sz="1800" b="1">
                <a:solidFill>
                  <a:srgbClr val="216B49"/>
                </a:solidFill>
                <a:latin typeface="Helvetica Neue"/>
                <a:ea typeface="Helvetica Neue"/>
                <a:cs typeface="Helvetica Neue"/>
              </a:defRPr>
            </a:lvl5pPr>
            <a:lvl6pPr>
              <a:defRPr sz="1800" b="1">
                <a:solidFill>
                  <a:srgbClr val="216B49"/>
                </a:solidFill>
                <a:latin typeface="Helvetica Neue"/>
                <a:ea typeface="Helvetica Neue"/>
                <a:cs typeface="Helvetica Neue"/>
              </a:defRPr>
            </a:lvl6pPr>
            <a:lvl7pPr>
              <a:defRPr sz="1800" b="1">
                <a:solidFill>
                  <a:srgbClr val="216B49"/>
                </a:solidFill>
                <a:latin typeface="Helvetica Neue"/>
                <a:ea typeface="Helvetica Neue"/>
                <a:cs typeface="Helvetica Neue"/>
              </a:defRPr>
            </a:lvl7pPr>
            <a:lvl8pPr>
              <a:defRPr sz="1800" b="1">
                <a:solidFill>
                  <a:srgbClr val="216B49"/>
                </a:solidFill>
                <a:latin typeface="Helvetica Neue"/>
                <a:ea typeface="Helvetica Neue"/>
                <a:cs typeface="Helvetica Neue"/>
              </a:defRPr>
            </a:lvl8pPr>
            <a:lvl9pPr>
              <a:defRPr sz="1800" b="1">
                <a:solidFill>
                  <a:srgbClr val="216B49"/>
                </a:solidFill>
                <a:latin typeface="Helvetica Neue"/>
                <a:ea typeface="Helvetica Neue"/>
                <a:cs typeface="Helvetica Neue"/>
              </a:defRPr>
            </a:lvl9pPr>
          </a:lstStyle>
          <a:p xmlns:a="http://schemas.openxmlformats.org/drawingml/2006/main">
            <a:pPr>
              <a:defRPr sz="1800" b="1">
                <a:solidFill>
                  <a:srgbClr val="216B49"/>
                </a:solidFill>
                <a:latin typeface="Helvetica Neue"/>
                <a:ea typeface="Helvetica Neue"/>
                <a:cs typeface="Helvetica Neue"/>
              </a:defRPr>
            </a:pPr>
            <a:r>
              <a:rPr sz="1800" b="1">
                <a:solidFill>
                  <a:srgbClr val="216B49"/>
                </a:solidFill>
                <a:latin typeface="Helvetica Neue"/>
                <a:ea typeface="Helvetica Neue"/>
                <a:cs typeface="Helvetica Neue"/>
              </a:rPr>
              <a:t>Batch evaluation</a:t>
            </a:r>
          </a:p>
        </p:txBody>
      </p:sp>
      <p:sp>
        <p:nvSpPr>
          <p:cNvPr id="9" name="text-74">
            <a:extLst xmlns:a="http://schemas.openxmlformats.org/drawingml/2006/main">
              <a:ext uri="{FF2B5EF4-FFF2-40B4-BE49-F238E27FC236}">
                <a16:creationId xmlns:a16="http://schemas.microsoft.com/office/drawing/2014/main" id="{C8DB153E-4A94-477E-9EB8-041C501105F8}"/>
              </a:ext>
            </a:extLst>
          </p:cNvPr>
          <p:cNvSpPr>
            <a:spLocks xmlns:a="http://schemas.openxmlformats.org/drawingml/2006/main" noGrp="1"/>
          </p:cNvSpPr>
          <p:nvPr/>
        </p:nvSpPr>
        <p:spPr>
          <a:xfrm xmlns:a="http://schemas.openxmlformats.org/drawingml/2006/main">
            <a:off x="6762750" y="3143250"/>
            <a:ext cx="4667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5D6560"/>
                </a:solidFill>
                <a:latin typeface="Helvetica Neue"/>
                <a:ea typeface="Helvetica Neue"/>
                <a:cs typeface="Helvetica Neue"/>
              </a:defRPr>
            </a:defPPr>
            <a:lvl1pPr>
              <a:defRPr sz="2250" b="0">
                <a:solidFill>
                  <a:srgbClr val="5D6560"/>
                </a:solidFill>
                <a:latin typeface="Helvetica Neue"/>
                <a:ea typeface="Helvetica Neue"/>
                <a:cs typeface="Helvetica Neue"/>
              </a:defRPr>
            </a:lvl1pPr>
            <a:lvl2pPr>
              <a:defRPr sz="2250" b="0">
                <a:solidFill>
                  <a:srgbClr val="5D6560"/>
                </a:solidFill>
                <a:latin typeface="Helvetica Neue"/>
                <a:ea typeface="Helvetica Neue"/>
                <a:cs typeface="Helvetica Neue"/>
              </a:defRPr>
            </a:lvl2pPr>
            <a:lvl3pPr>
              <a:defRPr sz="2250" b="0">
                <a:solidFill>
                  <a:srgbClr val="5D6560"/>
                </a:solidFill>
                <a:latin typeface="Helvetica Neue"/>
                <a:ea typeface="Helvetica Neue"/>
                <a:cs typeface="Helvetica Neue"/>
              </a:defRPr>
            </a:lvl3pPr>
            <a:lvl4pPr>
              <a:defRPr sz="2250" b="0">
                <a:solidFill>
                  <a:srgbClr val="5D6560"/>
                </a:solidFill>
                <a:latin typeface="Helvetica Neue"/>
                <a:ea typeface="Helvetica Neue"/>
                <a:cs typeface="Helvetica Neue"/>
              </a:defRPr>
            </a:lvl4pPr>
            <a:lvl5pPr>
              <a:defRPr sz="2250" b="0">
                <a:solidFill>
                  <a:srgbClr val="5D6560"/>
                </a:solidFill>
                <a:latin typeface="Helvetica Neue"/>
                <a:ea typeface="Helvetica Neue"/>
                <a:cs typeface="Helvetica Neue"/>
              </a:defRPr>
            </a:lvl5pPr>
            <a:lvl6pPr>
              <a:defRPr sz="2250" b="0">
                <a:solidFill>
                  <a:srgbClr val="5D6560"/>
                </a:solidFill>
                <a:latin typeface="Helvetica Neue"/>
                <a:ea typeface="Helvetica Neue"/>
                <a:cs typeface="Helvetica Neue"/>
              </a:defRPr>
            </a:lvl6pPr>
            <a:lvl7pPr>
              <a:defRPr sz="2250" b="0">
                <a:solidFill>
                  <a:srgbClr val="5D6560"/>
                </a:solidFill>
                <a:latin typeface="Helvetica Neue"/>
                <a:ea typeface="Helvetica Neue"/>
                <a:cs typeface="Helvetica Neue"/>
              </a:defRPr>
            </a:lvl7pPr>
            <a:lvl8pPr>
              <a:defRPr sz="2250" b="0">
                <a:solidFill>
                  <a:srgbClr val="5D6560"/>
                </a:solidFill>
                <a:latin typeface="Helvetica Neue"/>
                <a:ea typeface="Helvetica Neue"/>
                <a:cs typeface="Helvetica Neue"/>
              </a:defRPr>
            </a:lvl8pPr>
            <a:lvl9pPr>
              <a:defRPr sz="2250" b="0">
                <a:solidFill>
                  <a:srgbClr val="5D6560"/>
                </a:solidFill>
                <a:latin typeface="Helvetica Neue"/>
                <a:ea typeface="Helvetica Neue"/>
                <a:cs typeface="Helvetica Neue"/>
              </a:defRPr>
            </a:lvl9pPr>
          </a:lstStyle>
          <a:p xmlns:a="http://schemas.openxmlformats.org/drawingml/2006/main">
            <a:pPr>
              <a:defRPr sz="2250" b="0">
                <a:solidFill>
                  <a:srgbClr val="5D6560"/>
                </a:solidFill>
                <a:latin typeface="Helvetica Neue"/>
                <a:ea typeface="Helvetica Neue"/>
                <a:cs typeface="Helvetica Neue"/>
              </a:defRPr>
            </a:pPr>
            <a:r>
              <a:rPr sz="2250" b="0">
                <a:solidFill>
                  <a:srgbClr val="5D6560"/>
                </a:solidFill>
                <a:latin typeface="Helvetica Neue"/>
                <a:ea typeface="Helvetica Neue"/>
                <a:cs typeface="Helvetica Neue"/>
              </a:rPr>
              <a:t>Implemented public-data batch</a:t>
            </a:r>
          </a:p>
          <a:p xmlns:a="http://schemas.openxmlformats.org/drawingml/2006/main">
            <a:pPr>
              <a:defRPr sz="2250" b="0">
                <a:solidFill>
                  <a:srgbClr val="5D6560"/>
                </a:solidFill>
                <a:latin typeface="Helvetica Neue"/>
                <a:ea typeface="Helvetica Neue"/>
                <a:cs typeface="Helvetica Neue"/>
              </a:defRPr>
            </a:pPr>
            <a:r>
              <a:rPr sz="2250" b="0">
                <a:solidFill>
                  <a:srgbClr val="5D6560"/>
                </a:solidFill>
                <a:latin typeface="Helvetica Neue"/>
                <a:ea typeface="Helvetica Neue"/>
                <a:cs typeface="Helvetica Neue"/>
              </a:rPr>
              <a:t>Pinned forecast lineage</a:t>
            </a:r>
          </a:p>
          <a:p xmlns:a="http://schemas.openxmlformats.org/drawingml/2006/main">
            <a:pPr>
              <a:defRPr sz="2250" b="0">
                <a:solidFill>
                  <a:srgbClr val="5D6560"/>
                </a:solidFill>
                <a:latin typeface="Helvetica Neue"/>
                <a:ea typeface="Helvetica Neue"/>
                <a:cs typeface="Helvetica Neue"/>
              </a:defRPr>
            </a:pPr>
            <a:r>
              <a:rPr sz="2250" b="0">
                <a:solidFill>
                  <a:srgbClr val="5D6560"/>
                </a:solidFill>
                <a:latin typeface="Helvetica Neue"/>
                <a:ea typeface="Helvetica Neue"/>
                <a:cs typeface="Helvetica Neue"/>
              </a:rPr>
              <a:t>and error reconciliation</a:t>
            </a:r>
          </a:p>
        </p:txBody>
      </p:sp>
      <p:sp>
        <p:nvSpPr>
          <p:cNvPr id="10" name="text-75">
            <a:extLst xmlns:a="http://schemas.openxmlformats.org/drawingml/2006/main">
              <a:ext uri="{FF2B5EF4-FFF2-40B4-BE49-F238E27FC236}">
                <a16:creationId xmlns:a16="http://schemas.microsoft.com/office/drawing/2014/main" id="{432F1D7B-476B-4E57-9DFA-EFD6D85A7316}"/>
              </a:ext>
            </a:extLst>
          </p:cNvPr>
          <p:cNvSpPr>
            <a:spLocks xmlns:a="http://schemas.openxmlformats.org/drawingml/2006/main" noGrp="1"/>
          </p:cNvSpPr>
          <p:nvPr/>
        </p:nvSpPr>
        <p:spPr>
          <a:xfrm xmlns:a="http://schemas.openxmlformats.org/drawingml/2006/main">
            <a:off x="6762750" y="5114925"/>
            <a:ext cx="466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D6560"/>
                </a:solidFill>
                <a:latin typeface="Helvetica Neue"/>
                <a:ea typeface="Helvetica Neue"/>
                <a:cs typeface="Helvetica Neue"/>
              </a:defRPr>
            </a:defPPr>
            <a:lvl1pPr>
              <a:defRPr sz="2025" b="0">
                <a:solidFill>
                  <a:srgbClr val="5D6560"/>
                </a:solidFill>
                <a:latin typeface="Helvetica Neue"/>
                <a:ea typeface="Helvetica Neue"/>
                <a:cs typeface="Helvetica Neue"/>
              </a:defRPr>
            </a:lvl1pPr>
            <a:lvl2pPr>
              <a:defRPr sz="2025" b="0">
                <a:solidFill>
                  <a:srgbClr val="5D6560"/>
                </a:solidFill>
                <a:latin typeface="Helvetica Neue"/>
                <a:ea typeface="Helvetica Neue"/>
                <a:cs typeface="Helvetica Neue"/>
              </a:defRPr>
            </a:lvl2pPr>
            <a:lvl3pPr>
              <a:defRPr sz="2025" b="0">
                <a:solidFill>
                  <a:srgbClr val="5D6560"/>
                </a:solidFill>
                <a:latin typeface="Helvetica Neue"/>
                <a:ea typeface="Helvetica Neue"/>
                <a:cs typeface="Helvetica Neue"/>
              </a:defRPr>
            </a:lvl3pPr>
            <a:lvl4pPr>
              <a:defRPr sz="2025" b="0">
                <a:solidFill>
                  <a:srgbClr val="5D6560"/>
                </a:solidFill>
                <a:latin typeface="Helvetica Neue"/>
                <a:ea typeface="Helvetica Neue"/>
                <a:cs typeface="Helvetica Neue"/>
              </a:defRPr>
            </a:lvl4pPr>
            <a:lvl5pPr>
              <a:defRPr sz="2025" b="0">
                <a:solidFill>
                  <a:srgbClr val="5D6560"/>
                </a:solidFill>
                <a:latin typeface="Helvetica Neue"/>
                <a:ea typeface="Helvetica Neue"/>
                <a:cs typeface="Helvetica Neue"/>
              </a:defRPr>
            </a:lvl5pPr>
            <a:lvl6pPr>
              <a:defRPr sz="2025" b="0">
                <a:solidFill>
                  <a:srgbClr val="5D6560"/>
                </a:solidFill>
                <a:latin typeface="Helvetica Neue"/>
                <a:ea typeface="Helvetica Neue"/>
                <a:cs typeface="Helvetica Neue"/>
              </a:defRPr>
            </a:lvl6pPr>
            <a:lvl7pPr>
              <a:defRPr sz="2025" b="0">
                <a:solidFill>
                  <a:srgbClr val="5D6560"/>
                </a:solidFill>
                <a:latin typeface="Helvetica Neue"/>
                <a:ea typeface="Helvetica Neue"/>
                <a:cs typeface="Helvetica Neue"/>
              </a:defRPr>
            </a:lvl7pPr>
            <a:lvl8pPr>
              <a:defRPr sz="2025" b="0">
                <a:solidFill>
                  <a:srgbClr val="5D6560"/>
                </a:solidFill>
                <a:latin typeface="Helvetica Neue"/>
                <a:ea typeface="Helvetica Neue"/>
                <a:cs typeface="Helvetica Neue"/>
              </a:defRPr>
            </a:lvl8pPr>
            <a:lvl9pPr>
              <a:defRPr sz="2025" b="0">
                <a:solidFill>
                  <a:srgbClr val="5D6560"/>
                </a:solidFill>
                <a:latin typeface="Helvetica Neue"/>
                <a:ea typeface="Helvetica Neue"/>
                <a:cs typeface="Helvetica Neue"/>
              </a:defRPr>
            </a:lvl9pPr>
          </a:lstStyle>
          <a:p xmlns:a="http://schemas.openxmlformats.org/drawingml/2006/main">
            <a:pPr>
              <a:defRPr sz="2025" b="0">
                <a:solidFill>
                  <a:srgbClr val="5D6560"/>
                </a:solidFill>
                <a:latin typeface="Helvetica Neue"/>
                <a:ea typeface="Helvetica Neue"/>
                <a:cs typeface="Helvetica Neue"/>
              </a:defRPr>
            </a:pPr>
            <a:r>
              <a:rPr sz="2025" b="0">
                <a:solidFill>
                  <a:srgbClr val="5D6560"/>
                </a:solidFill>
                <a:latin typeface="Helvetica Neue"/>
                <a:ea typeface="Helvetica Neue"/>
                <a:cs typeface="Helvetica Neue"/>
              </a:rPr>
              <a:t>Dry-run import/evaluation tested.</a:t>
            </a:r>
          </a:p>
          <a:p xmlns:a="http://schemas.openxmlformats.org/drawingml/2006/main">
            <a:pPr>
              <a:defRPr sz="2025" b="0">
                <a:solidFill>
                  <a:srgbClr val="5D6560"/>
                </a:solidFill>
                <a:latin typeface="Helvetica Neue"/>
                <a:ea typeface="Helvetica Neue"/>
                <a:cs typeface="Helvetica Neue"/>
              </a:defRPr>
            </a:pPr>
            <a:r>
              <a:rPr sz="2025" b="0">
                <a:solidFill>
                  <a:srgbClr val="5D6560"/>
                </a:solidFill>
                <a:latin typeface="Helvetica Neue"/>
                <a:ea typeface="Helvetica Neue"/>
                <a:cs typeface="Helvetica Neue"/>
              </a:rPr>
              <a:t>Live warehouse acceptance pending.</a:t>
            </a:r>
          </a:p>
        </p:txBody>
      </p:sp>
    </p:spTree>
    <p:extLst>
      <p:ext uri="{BB962C8B-B14F-4D97-AF65-F5344CB8AC3E}">
        <p14:creationId xmlns:p14="http://schemas.microsoft.com/office/powerpoint/2010/main" val="27605914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76">
            <a:extLst xmlns:a="http://schemas.openxmlformats.org/drawingml/2006/main">
              <a:ext uri="{FF2B5EF4-FFF2-40B4-BE49-F238E27FC236}">
                <a16:creationId xmlns:a16="http://schemas.microsoft.com/office/drawing/2014/main" id="{7AF05816-CE1A-49B6-86B1-68BA4F6FBFA4}"/>
              </a:ext>
            </a:extLst>
          </p:cNvPr>
          <p:cNvSpPr>
            <a:spLocks xmlns:a="http://schemas.openxmlformats.org/drawingml/2006/main" noGrp="1"/>
          </p:cNvSpPr>
          <p:nvPr/>
        </p:nvSpPr>
        <p:spPr>
          <a:xfrm xmlns:a="http://schemas.openxmlformats.org/drawingml/2006/main">
            <a:off x="723900" y="55245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41414"/>
                </a:solidFill>
                <a:latin typeface="Helvetica Neue"/>
                <a:ea typeface="Helvetica Neue"/>
                <a:cs typeface="Helvetica Neue"/>
              </a:defRPr>
            </a:defPPr>
            <a:lvl1pPr>
              <a:defRPr sz="3600" b="1">
                <a:solidFill>
                  <a:srgbClr val="141414"/>
                </a:solidFill>
                <a:latin typeface="Helvetica Neue"/>
                <a:ea typeface="Helvetica Neue"/>
                <a:cs typeface="Helvetica Neue"/>
              </a:defRPr>
            </a:lvl1pPr>
            <a:lvl2pPr>
              <a:defRPr sz="3600" b="1">
                <a:solidFill>
                  <a:srgbClr val="141414"/>
                </a:solidFill>
                <a:latin typeface="Helvetica Neue"/>
                <a:ea typeface="Helvetica Neue"/>
                <a:cs typeface="Helvetica Neue"/>
              </a:defRPr>
            </a:lvl2pPr>
            <a:lvl3pPr>
              <a:defRPr sz="3600" b="1">
                <a:solidFill>
                  <a:srgbClr val="141414"/>
                </a:solidFill>
                <a:latin typeface="Helvetica Neue"/>
                <a:ea typeface="Helvetica Neue"/>
                <a:cs typeface="Helvetica Neue"/>
              </a:defRPr>
            </a:lvl3pPr>
            <a:lvl4pPr>
              <a:defRPr sz="3600" b="1">
                <a:solidFill>
                  <a:srgbClr val="141414"/>
                </a:solidFill>
                <a:latin typeface="Helvetica Neue"/>
                <a:ea typeface="Helvetica Neue"/>
                <a:cs typeface="Helvetica Neue"/>
              </a:defRPr>
            </a:lvl4pPr>
            <a:lvl5pPr>
              <a:defRPr sz="3600" b="1">
                <a:solidFill>
                  <a:srgbClr val="141414"/>
                </a:solidFill>
                <a:latin typeface="Helvetica Neue"/>
                <a:ea typeface="Helvetica Neue"/>
                <a:cs typeface="Helvetica Neue"/>
              </a:defRPr>
            </a:lvl5pPr>
            <a:lvl6pPr>
              <a:defRPr sz="3600" b="1">
                <a:solidFill>
                  <a:srgbClr val="141414"/>
                </a:solidFill>
                <a:latin typeface="Helvetica Neue"/>
                <a:ea typeface="Helvetica Neue"/>
                <a:cs typeface="Helvetica Neue"/>
              </a:defRPr>
            </a:lvl6pPr>
            <a:lvl7pPr>
              <a:defRPr sz="3600" b="1">
                <a:solidFill>
                  <a:srgbClr val="141414"/>
                </a:solidFill>
                <a:latin typeface="Helvetica Neue"/>
                <a:ea typeface="Helvetica Neue"/>
                <a:cs typeface="Helvetica Neue"/>
              </a:defRPr>
            </a:lvl7pPr>
            <a:lvl8pPr>
              <a:defRPr sz="3600" b="1">
                <a:solidFill>
                  <a:srgbClr val="141414"/>
                </a:solidFill>
                <a:latin typeface="Helvetica Neue"/>
                <a:ea typeface="Helvetica Neue"/>
                <a:cs typeface="Helvetica Neue"/>
              </a:defRPr>
            </a:lvl8pPr>
            <a:lvl9pPr>
              <a:defRPr sz="3600" b="1">
                <a:solidFill>
                  <a:srgbClr val="141414"/>
                </a:solidFill>
                <a:latin typeface="Helvetica Neue"/>
                <a:ea typeface="Helvetica Neue"/>
                <a:cs typeface="Helvetica Neue"/>
              </a:defRPr>
            </a:lvl9pPr>
          </a:lstStyle>
          <a:p xmlns:a="http://schemas.openxmlformats.org/drawingml/2006/main">
            <a:pPr>
              <a:defRPr sz="3600" b="1">
                <a:solidFill>
                  <a:srgbClr val="141414"/>
                </a:solidFill>
                <a:latin typeface="Helvetica Neue"/>
                <a:ea typeface="Helvetica Neue"/>
                <a:cs typeface="Helvetica Neue"/>
              </a:defRPr>
            </a:pPr>
            <a:r>
              <a:rPr sz="3600" b="1">
                <a:solidFill>
                  <a:srgbClr val="141414"/>
                </a:solidFill>
                <a:latin typeface="Helvetica Neue"/>
                <a:ea typeface="Helvetica Neue"/>
                <a:cs typeface="Helvetica Neue"/>
              </a:rPr>
              <a:t>An HR forecast with a locked participant test</a:t>
            </a:r>
          </a:p>
        </p:txBody>
      </p:sp>
      <p:sp>
        <p:nvSpPr>
          <p:cNvPr id="2" name="text-77">
            <a:extLst xmlns:a="http://schemas.openxmlformats.org/drawingml/2006/main">
              <a:ext uri="{FF2B5EF4-FFF2-40B4-BE49-F238E27FC236}">
                <a16:creationId xmlns:a16="http://schemas.microsoft.com/office/drawing/2014/main" id="{F503D48C-1826-4C41-86D9-86DA832EB5A9}"/>
              </a:ext>
            </a:extLst>
          </p:cNvPr>
          <p:cNvSpPr>
            <a:spLocks xmlns:a="http://schemas.openxmlformats.org/drawingml/2006/main" noGrp="1"/>
          </p:cNvSpPr>
          <p:nvPr/>
        </p:nvSpPr>
        <p:spPr>
          <a:xfrm xmlns:a="http://schemas.openxmlformats.org/drawingml/2006/main">
            <a:off x="10953750" y="64008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D6560"/>
                </a:solidFill>
                <a:latin typeface="Helvetica Neue"/>
                <a:ea typeface="Helvetica Neue"/>
                <a:cs typeface="Helvetica Neue"/>
              </a:defRPr>
            </a:defPPr>
            <a:lvl1pPr algn="r">
              <a:defRPr sz="1425" b="0">
                <a:solidFill>
                  <a:srgbClr val="5D6560"/>
                </a:solidFill>
                <a:latin typeface="Helvetica Neue"/>
                <a:ea typeface="Helvetica Neue"/>
                <a:cs typeface="Helvetica Neue"/>
              </a:defRPr>
            </a:lvl1pPr>
            <a:lvl2pPr algn="r">
              <a:defRPr sz="1425" b="0">
                <a:solidFill>
                  <a:srgbClr val="5D6560"/>
                </a:solidFill>
                <a:latin typeface="Helvetica Neue"/>
                <a:ea typeface="Helvetica Neue"/>
                <a:cs typeface="Helvetica Neue"/>
              </a:defRPr>
            </a:lvl2pPr>
            <a:lvl3pPr algn="r">
              <a:defRPr sz="1425" b="0">
                <a:solidFill>
                  <a:srgbClr val="5D6560"/>
                </a:solidFill>
                <a:latin typeface="Helvetica Neue"/>
                <a:ea typeface="Helvetica Neue"/>
                <a:cs typeface="Helvetica Neue"/>
              </a:defRPr>
            </a:lvl3pPr>
            <a:lvl4pPr algn="r">
              <a:defRPr sz="1425" b="0">
                <a:solidFill>
                  <a:srgbClr val="5D6560"/>
                </a:solidFill>
                <a:latin typeface="Helvetica Neue"/>
                <a:ea typeface="Helvetica Neue"/>
                <a:cs typeface="Helvetica Neue"/>
              </a:defRPr>
            </a:lvl4pPr>
            <a:lvl5pPr algn="r">
              <a:defRPr sz="1425" b="0">
                <a:solidFill>
                  <a:srgbClr val="5D6560"/>
                </a:solidFill>
                <a:latin typeface="Helvetica Neue"/>
                <a:ea typeface="Helvetica Neue"/>
                <a:cs typeface="Helvetica Neue"/>
              </a:defRPr>
            </a:lvl5pPr>
            <a:lvl6pPr algn="r">
              <a:defRPr sz="1425" b="0">
                <a:solidFill>
                  <a:srgbClr val="5D6560"/>
                </a:solidFill>
                <a:latin typeface="Helvetica Neue"/>
                <a:ea typeface="Helvetica Neue"/>
                <a:cs typeface="Helvetica Neue"/>
              </a:defRPr>
            </a:lvl6pPr>
            <a:lvl7pPr algn="r">
              <a:defRPr sz="1425" b="0">
                <a:solidFill>
                  <a:srgbClr val="5D6560"/>
                </a:solidFill>
                <a:latin typeface="Helvetica Neue"/>
                <a:ea typeface="Helvetica Neue"/>
                <a:cs typeface="Helvetica Neue"/>
              </a:defRPr>
            </a:lvl7pPr>
            <a:lvl8pPr algn="r">
              <a:defRPr sz="1425" b="0">
                <a:solidFill>
                  <a:srgbClr val="5D6560"/>
                </a:solidFill>
                <a:latin typeface="Helvetica Neue"/>
                <a:ea typeface="Helvetica Neue"/>
                <a:cs typeface="Helvetica Neue"/>
              </a:defRPr>
            </a:lvl8pPr>
            <a:lvl9pPr algn="r">
              <a:defRPr sz="1425" b="0">
                <a:solidFill>
                  <a:srgbClr val="5D6560"/>
                </a:solidFill>
                <a:latin typeface="Helvetica Neue"/>
                <a:ea typeface="Helvetica Neue"/>
                <a:cs typeface="Helvetica Neue"/>
              </a:defRPr>
            </a:lvl9pPr>
          </a:lstStyle>
          <a:p xmlns:a="http://schemas.openxmlformats.org/drawingml/2006/main">
            <a:pPr algn="r">
              <a:defRPr sz="1425" b="0">
                <a:solidFill>
                  <a:srgbClr val="5D6560"/>
                </a:solidFill>
                <a:latin typeface="Helvetica Neue"/>
                <a:ea typeface="Helvetica Neue"/>
                <a:cs typeface="Helvetica Neue"/>
              </a:defRPr>
            </a:pPr>
            <a:r>
              <a:rPr sz="1425" b="0">
                <a:solidFill>
                  <a:srgbClr val="5D6560"/>
                </a:solidFill>
                <a:latin typeface="Helvetica Neue"/>
                <a:ea typeface="Helvetica Neue"/>
                <a:cs typeface="Helvetica Neue"/>
              </a:rPr>
              <a:t>08</a:t>
            </a:r>
          </a:p>
        </p:txBody>
      </p:sp>
      <p:sp>
        <p:nvSpPr>
          <p:cNvPr id="3" name="text-78">
            <a:extLst xmlns:a="http://schemas.openxmlformats.org/drawingml/2006/main">
              <a:ext uri="{FF2B5EF4-FFF2-40B4-BE49-F238E27FC236}">
                <a16:creationId xmlns:a16="http://schemas.microsoft.com/office/drawing/2014/main" id="{4C590AD0-B742-43BC-8A22-9240165A720A}"/>
              </a:ext>
            </a:extLst>
          </p:cNvPr>
          <p:cNvSpPr>
            <a:spLocks xmlns:a="http://schemas.openxmlformats.org/drawingml/2006/main" noGrp="1"/>
          </p:cNvSpPr>
          <p:nvPr/>
        </p:nvSpPr>
        <p:spPr>
          <a:xfrm xmlns:a="http://schemas.openxmlformats.org/drawingml/2006/main">
            <a:off x="762000" y="1457325"/>
            <a:ext cx="723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D6560"/>
                </a:solidFill>
                <a:latin typeface="Helvetica Neue"/>
                <a:ea typeface="Helvetica Neue"/>
                <a:cs typeface="Helvetica Neue"/>
              </a:defRPr>
            </a:defPPr>
            <a:lvl1pPr>
              <a:defRPr sz="1800" b="0">
                <a:solidFill>
                  <a:srgbClr val="5D6560"/>
                </a:solidFill>
                <a:latin typeface="Helvetica Neue"/>
                <a:ea typeface="Helvetica Neue"/>
                <a:cs typeface="Helvetica Neue"/>
              </a:defRPr>
            </a:lvl1pPr>
            <a:lvl2pPr>
              <a:defRPr sz="1800" b="0">
                <a:solidFill>
                  <a:srgbClr val="5D6560"/>
                </a:solidFill>
                <a:latin typeface="Helvetica Neue"/>
                <a:ea typeface="Helvetica Neue"/>
                <a:cs typeface="Helvetica Neue"/>
              </a:defRPr>
            </a:lvl2pPr>
            <a:lvl3pPr>
              <a:defRPr sz="1800" b="0">
                <a:solidFill>
                  <a:srgbClr val="5D6560"/>
                </a:solidFill>
                <a:latin typeface="Helvetica Neue"/>
                <a:ea typeface="Helvetica Neue"/>
                <a:cs typeface="Helvetica Neue"/>
              </a:defRPr>
            </a:lvl3pPr>
            <a:lvl4pPr>
              <a:defRPr sz="1800" b="0">
                <a:solidFill>
                  <a:srgbClr val="5D6560"/>
                </a:solidFill>
                <a:latin typeface="Helvetica Neue"/>
                <a:ea typeface="Helvetica Neue"/>
                <a:cs typeface="Helvetica Neue"/>
              </a:defRPr>
            </a:lvl4pPr>
            <a:lvl5pPr>
              <a:defRPr sz="1800" b="0">
                <a:solidFill>
                  <a:srgbClr val="5D6560"/>
                </a:solidFill>
                <a:latin typeface="Helvetica Neue"/>
                <a:ea typeface="Helvetica Neue"/>
                <a:cs typeface="Helvetica Neue"/>
              </a:defRPr>
            </a:lvl5pPr>
            <a:lvl6pPr>
              <a:defRPr sz="1800" b="0">
                <a:solidFill>
                  <a:srgbClr val="5D6560"/>
                </a:solidFill>
                <a:latin typeface="Helvetica Neue"/>
                <a:ea typeface="Helvetica Neue"/>
                <a:cs typeface="Helvetica Neue"/>
              </a:defRPr>
            </a:lvl6pPr>
            <a:lvl7pPr>
              <a:defRPr sz="1800" b="0">
                <a:solidFill>
                  <a:srgbClr val="5D6560"/>
                </a:solidFill>
                <a:latin typeface="Helvetica Neue"/>
                <a:ea typeface="Helvetica Neue"/>
                <a:cs typeface="Helvetica Neue"/>
              </a:defRPr>
            </a:lvl7pPr>
            <a:lvl8pPr>
              <a:defRPr sz="1800" b="0">
                <a:solidFill>
                  <a:srgbClr val="5D6560"/>
                </a:solidFill>
                <a:latin typeface="Helvetica Neue"/>
                <a:ea typeface="Helvetica Neue"/>
                <a:cs typeface="Helvetica Neue"/>
              </a:defRPr>
            </a:lvl8pPr>
            <a:lvl9pPr>
              <a:defRPr sz="1800" b="0">
                <a:solidFill>
                  <a:srgbClr val="5D6560"/>
                </a:solidFill>
                <a:latin typeface="Helvetica Neue"/>
                <a:ea typeface="Helvetica Neue"/>
                <a:cs typeface="Helvetica Neue"/>
              </a:defRPr>
            </a:lvl9pPr>
          </a:lstStyle>
          <a:p xmlns:a="http://schemas.openxmlformats.org/drawingml/2006/main">
            <a:pPr>
              <a:defRPr sz="1800" b="0">
                <a:solidFill>
                  <a:srgbClr val="5D6560"/>
                </a:solidFill>
                <a:latin typeface="Helvetica Neue"/>
                <a:ea typeface="Helvetica Neue"/>
                <a:cs typeface="Helvetica Neue"/>
              </a:defRPr>
            </a:pPr>
            <a:r>
              <a:rPr sz="1800" b="0">
                <a:solidFill>
                  <a:srgbClr val="5D6560"/>
                </a:solidFill>
                <a:latin typeface="Helvetica Neue"/>
                <a:ea typeface="Helvetica Neue"/>
                <a:cs typeface="Helvetica Neue"/>
              </a:rPr>
              <a:t>Future 5s mean HR, using the previous 60 seconds</a:t>
            </a:r>
          </a:p>
        </p:txBody>
      </p:sp>
      <p:graphicFrame>
        <p:nvGraphicFramePr>
          <p:cNvPr id="4" name="Chart">
            <a:extLst xmlns:a="http://schemas.openxmlformats.org/drawingml/2006/main">
              <a:ext uri="{FF2B5EF4-FFF2-40B4-BE49-F238E27FC236}">
                <a16:creationId xmlns:a16="http://schemas.microsoft.com/office/drawing/2014/main" id="{E8176BD8-25FC-4EFA-9DBD-D1B927ECC190}"/>
              </a:ext>
            </a:extLst>
          </p:cNvPr>
          <p:cNvGraphicFramePr/>
          <p:nvPr/>
        </p:nvGraphicFramePr>
        <p:xfrm>
          <a:off xmlns:a="http://schemas.openxmlformats.org/drawingml/2006/main" x="714375" y="1905000"/>
          <a:ext xmlns:a="http://schemas.openxmlformats.org/drawingml/2006/main" cx="7000875" cy="3667125"/>
        </p:xfrm>
        <a:graphic xmlns:a="http://schemas.openxmlformats.org/drawingml/2006/main">
          <a:graphicData uri="http://schemas.openxmlformats.org/drawingml/2006/chart">
            <c:chart xmlns:r="http://schemas.openxmlformats.org/officeDocument/2006/relationships" xmlns:c="http://schemas.openxmlformats.org/drawingml/2006/chart" r:id="Ra5a7bb54c6254f98"/>
          </a:graphicData>
        </a:graphic>
      </p:graphicFrame>
      <p:sp>
        <p:nvSpPr>
          <p:cNvPr id="5" name="text-79">
            <a:extLst xmlns:a="http://schemas.openxmlformats.org/drawingml/2006/main">
              <a:ext uri="{FF2B5EF4-FFF2-40B4-BE49-F238E27FC236}">
                <a16:creationId xmlns:a16="http://schemas.microsoft.com/office/drawing/2014/main" id="{BD8A0CA3-56C3-4979-8A12-C6A1BE654B33}"/>
              </a:ext>
            </a:extLst>
          </p:cNvPr>
          <p:cNvSpPr>
            <a:spLocks xmlns:a="http://schemas.openxmlformats.org/drawingml/2006/main" noGrp="1"/>
          </p:cNvSpPr>
          <p:nvPr/>
        </p:nvSpPr>
        <p:spPr>
          <a:xfrm xmlns:a="http://schemas.openxmlformats.org/drawingml/2006/main">
            <a:off x="8239125" y="190500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216B49"/>
                </a:solidFill>
                <a:latin typeface="Helvetica Neue"/>
                <a:ea typeface="Helvetica Neue"/>
                <a:cs typeface="Helvetica Neue"/>
              </a:defRPr>
            </a:defPPr>
            <a:lvl1pPr>
              <a:defRPr sz="1800" b="1">
                <a:solidFill>
                  <a:srgbClr val="216B49"/>
                </a:solidFill>
                <a:latin typeface="Helvetica Neue"/>
                <a:ea typeface="Helvetica Neue"/>
                <a:cs typeface="Helvetica Neue"/>
              </a:defRPr>
            </a:lvl1pPr>
            <a:lvl2pPr>
              <a:defRPr sz="1800" b="1">
                <a:solidFill>
                  <a:srgbClr val="216B49"/>
                </a:solidFill>
                <a:latin typeface="Helvetica Neue"/>
                <a:ea typeface="Helvetica Neue"/>
                <a:cs typeface="Helvetica Neue"/>
              </a:defRPr>
            </a:lvl2pPr>
            <a:lvl3pPr>
              <a:defRPr sz="1800" b="1">
                <a:solidFill>
                  <a:srgbClr val="216B49"/>
                </a:solidFill>
                <a:latin typeface="Helvetica Neue"/>
                <a:ea typeface="Helvetica Neue"/>
                <a:cs typeface="Helvetica Neue"/>
              </a:defRPr>
            </a:lvl3pPr>
            <a:lvl4pPr>
              <a:defRPr sz="1800" b="1">
                <a:solidFill>
                  <a:srgbClr val="216B49"/>
                </a:solidFill>
                <a:latin typeface="Helvetica Neue"/>
                <a:ea typeface="Helvetica Neue"/>
                <a:cs typeface="Helvetica Neue"/>
              </a:defRPr>
            </a:lvl4pPr>
            <a:lvl5pPr>
              <a:defRPr sz="1800" b="1">
                <a:solidFill>
                  <a:srgbClr val="216B49"/>
                </a:solidFill>
                <a:latin typeface="Helvetica Neue"/>
                <a:ea typeface="Helvetica Neue"/>
                <a:cs typeface="Helvetica Neue"/>
              </a:defRPr>
            </a:lvl5pPr>
            <a:lvl6pPr>
              <a:defRPr sz="1800" b="1">
                <a:solidFill>
                  <a:srgbClr val="216B49"/>
                </a:solidFill>
                <a:latin typeface="Helvetica Neue"/>
                <a:ea typeface="Helvetica Neue"/>
                <a:cs typeface="Helvetica Neue"/>
              </a:defRPr>
            </a:lvl6pPr>
            <a:lvl7pPr>
              <a:defRPr sz="1800" b="1">
                <a:solidFill>
                  <a:srgbClr val="216B49"/>
                </a:solidFill>
                <a:latin typeface="Helvetica Neue"/>
                <a:ea typeface="Helvetica Neue"/>
                <a:cs typeface="Helvetica Neue"/>
              </a:defRPr>
            </a:lvl7pPr>
            <a:lvl8pPr>
              <a:defRPr sz="1800" b="1">
                <a:solidFill>
                  <a:srgbClr val="216B49"/>
                </a:solidFill>
                <a:latin typeface="Helvetica Neue"/>
                <a:ea typeface="Helvetica Neue"/>
                <a:cs typeface="Helvetica Neue"/>
              </a:defRPr>
            </a:lvl8pPr>
            <a:lvl9pPr>
              <a:defRPr sz="1800" b="1">
                <a:solidFill>
                  <a:srgbClr val="216B49"/>
                </a:solidFill>
                <a:latin typeface="Helvetica Neue"/>
                <a:ea typeface="Helvetica Neue"/>
                <a:cs typeface="Helvetica Neue"/>
              </a:defRPr>
            </a:lvl9pPr>
          </a:lstStyle>
          <a:p xmlns:a="http://schemas.openxmlformats.org/drawingml/2006/main">
            <a:pPr>
              <a:defRPr sz="1800" b="1">
                <a:solidFill>
                  <a:srgbClr val="216B49"/>
                </a:solidFill>
                <a:latin typeface="Helvetica Neue"/>
                <a:ea typeface="Helvetica Neue"/>
                <a:cs typeface="Helvetica Neue"/>
              </a:defRPr>
            </a:pPr>
            <a:r>
              <a:rPr sz="1800" b="1">
                <a:solidFill>
                  <a:srgbClr val="216B49"/>
                </a:solidFill>
                <a:latin typeface="Helvetica Neue"/>
                <a:ea typeface="Helvetica Neue"/>
                <a:cs typeface="Helvetica Neue"/>
              </a:rPr>
              <a:t>Test coverage</a:t>
            </a:r>
          </a:p>
        </p:txBody>
      </p:sp>
      <p:sp>
        <p:nvSpPr>
          <p:cNvPr id="6" name="text-80">
            <a:extLst xmlns:a="http://schemas.openxmlformats.org/drawingml/2006/main">
              <a:ext uri="{FF2B5EF4-FFF2-40B4-BE49-F238E27FC236}">
                <a16:creationId xmlns:a16="http://schemas.microsoft.com/office/drawing/2014/main" id="{C7B3B192-1C96-4643-92BD-C227D06D6F2E}"/>
              </a:ext>
            </a:extLst>
          </p:cNvPr>
          <p:cNvSpPr>
            <a:spLocks xmlns:a="http://schemas.openxmlformats.org/drawingml/2006/main" noGrp="1"/>
          </p:cNvSpPr>
          <p:nvPr/>
        </p:nvSpPr>
        <p:spPr>
          <a:xfrm xmlns:a="http://schemas.openxmlformats.org/drawingml/2006/main">
            <a:off x="8239125" y="2371725"/>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41414"/>
                </a:solidFill>
                <a:latin typeface="Helvetica Neue"/>
                <a:ea typeface="Helvetica Neue"/>
                <a:cs typeface="Helvetica Neue"/>
              </a:defRPr>
            </a:defPPr>
            <a:lvl1pPr>
              <a:defRPr sz="2175" b="1">
                <a:solidFill>
                  <a:srgbClr val="141414"/>
                </a:solidFill>
                <a:latin typeface="Helvetica Neue"/>
                <a:ea typeface="Helvetica Neue"/>
                <a:cs typeface="Helvetica Neue"/>
              </a:defRPr>
            </a:lvl1pPr>
            <a:lvl2pPr>
              <a:defRPr sz="2175" b="1">
                <a:solidFill>
                  <a:srgbClr val="141414"/>
                </a:solidFill>
                <a:latin typeface="Helvetica Neue"/>
                <a:ea typeface="Helvetica Neue"/>
                <a:cs typeface="Helvetica Neue"/>
              </a:defRPr>
            </a:lvl2pPr>
            <a:lvl3pPr>
              <a:defRPr sz="2175" b="1">
                <a:solidFill>
                  <a:srgbClr val="141414"/>
                </a:solidFill>
                <a:latin typeface="Helvetica Neue"/>
                <a:ea typeface="Helvetica Neue"/>
                <a:cs typeface="Helvetica Neue"/>
              </a:defRPr>
            </a:lvl3pPr>
            <a:lvl4pPr>
              <a:defRPr sz="2175" b="1">
                <a:solidFill>
                  <a:srgbClr val="141414"/>
                </a:solidFill>
                <a:latin typeface="Helvetica Neue"/>
                <a:ea typeface="Helvetica Neue"/>
                <a:cs typeface="Helvetica Neue"/>
              </a:defRPr>
            </a:lvl4pPr>
            <a:lvl5pPr>
              <a:defRPr sz="2175" b="1">
                <a:solidFill>
                  <a:srgbClr val="141414"/>
                </a:solidFill>
                <a:latin typeface="Helvetica Neue"/>
                <a:ea typeface="Helvetica Neue"/>
                <a:cs typeface="Helvetica Neue"/>
              </a:defRPr>
            </a:lvl5pPr>
            <a:lvl6pPr>
              <a:defRPr sz="2175" b="1">
                <a:solidFill>
                  <a:srgbClr val="141414"/>
                </a:solidFill>
                <a:latin typeface="Helvetica Neue"/>
                <a:ea typeface="Helvetica Neue"/>
                <a:cs typeface="Helvetica Neue"/>
              </a:defRPr>
            </a:lvl6pPr>
            <a:lvl7pPr>
              <a:defRPr sz="2175" b="1">
                <a:solidFill>
                  <a:srgbClr val="141414"/>
                </a:solidFill>
                <a:latin typeface="Helvetica Neue"/>
                <a:ea typeface="Helvetica Neue"/>
                <a:cs typeface="Helvetica Neue"/>
              </a:defRPr>
            </a:lvl7pPr>
            <a:lvl8pPr>
              <a:defRPr sz="2175" b="1">
                <a:solidFill>
                  <a:srgbClr val="141414"/>
                </a:solidFill>
                <a:latin typeface="Helvetica Neue"/>
                <a:ea typeface="Helvetica Neue"/>
                <a:cs typeface="Helvetica Neue"/>
              </a:defRPr>
            </a:lvl8pPr>
            <a:lvl9pPr>
              <a:defRPr sz="2175" b="1">
                <a:solidFill>
                  <a:srgbClr val="141414"/>
                </a:solidFill>
                <a:latin typeface="Helvetica Neue"/>
                <a:ea typeface="Helvetica Neue"/>
                <a:cs typeface="Helvetica Neue"/>
              </a:defRPr>
            </a:lvl9pPr>
          </a:lstStyle>
          <a:p xmlns:a="http://schemas.openxmlformats.org/drawingml/2006/main">
            <a:pPr>
              <a:defRPr sz="2175" b="1">
                <a:solidFill>
                  <a:srgbClr val="141414"/>
                </a:solidFill>
                <a:latin typeface="Helvetica Neue"/>
                <a:ea typeface="Helvetica Neue"/>
                <a:cs typeface="Helvetica Neue"/>
              </a:defRPr>
            </a:pPr>
            <a:r>
              <a:rPr sz="2175" b="1">
                <a:solidFill>
                  <a:srgbClr val="141414"/>
                </a:solidFill>
                <a:latin typeface="Helvetica Neue"/>
                <a:ea typeface="Helvetica Neue"/>
                <a:cs typeface="Helvetica Neue"/>
              </a:rPr>
              <a:t>Participants 108 / 109</a:t>
            </a:r>
          </a:p>
        </p:txBody>
      </p:sp>
      <p:sp>
        <p:nvSpPr>
          <p:cNvPr id="7" name="text-81">
            <a:extLst xmlns:a="http://schemas.openxmlformats.org/drawingml/2006/main">
              <a:ext uri="{FF2B5EF4-FFF2-40B4-BE49-F238E27FC236}">
                <a16:creationId xmlns:a16="http://schemas.microsoft.com/office/drawing/2014/main" id="{5978F7CD-0442-4DB1-9704-5E1FEC259557}"/>
              </a:ext>
            </a:extLst>
          </p:cNvPr>
          <p:cNvSpPr>
            <a:spLocks xmlns:a="http://schemas.openxmlformats.org/drawingml/2006/main" noGrp="1"/>
          </p:cNvSpPr>
          <p:nvPr/>
        </p:nvSpPr>
        <p:spPr>
          <a:xfrm xmlns:a="http://schemas.openxmlformats.org/drawingml/2006/main">
            <a:off x="8239125" y="3095625"/>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D6560"/>
                </a:solidFill>
                <a:latin typeface="Helvetica Neue"/>
                <a:ea typeface="Helvetica Neue"/>
                <a:cs typeface="Helvetica Neue"/>
              </a:defRPr>
            </a:defPPr>
            <a:lvl1pPr>
              <a:defRPr sz="2100" b="0">
                <a:solidFill>
                  <a:srgbClr val="5D6560"/>
                </a:solidFill>
                <a:latin typeface="Helvetica Neue"/>
                <a:ea typeface="Helvetica Neue"/>
                <a:cs typeface="Helvetica Neue"/>
              </a:defRPr>
            </a:lvl1pPr>
            <a:lvl2pPr>
              <a:defRPr sz="2100" b="0">
                <a:solidFill>
                  <a:srgbClr val="5D6560"/>
                </a:solidFill>
                <a:latin typeface="Helvetica Neue"/>
                <a:ea typeface="Helvetica Neue"/>
                <a:cs typeface="Helvetica Neue"/>
              </a:defRPr>
            </a:lvl2pPr>
            <a:lvl3pPr>
              <a:defRPr sz="2100" b="0">
                <a:solidFill>
                  <a:srgbClr val="5D6560"/>
                </a:solidFill>
                <a:latin typeface="Helvetica Neue"/>
                <a:ea typeface="Helvetica Neue"/>
                <a:cs typeface="Helvetica Neue"/>
              </a:defRPr>
            </a:lvl3pPr>
            <a:lvl4pPr>
              <a:defRPr sz="2100" b="0">
                <a:solidFill>
                  <a:srgbClr val="5D6560"/>
                </a:solidFill>
                <a:latin typeface="Helvetica Neue"/>
                <a:ea typeface="Helvetica Neue"/>
                <a:cs typeface="Helvetica Neue"/>
              </a:defRPr>
            </a:lvl4pPr>
            <a:lvl5pPr>
              <a:defRPr sz="2100" b="0">
                <a:solidFill>
                  <a:srgbClr val="5D6560"/>
                </a:solidFill>
                <a:latin typeface="Helvetica Neue"/>
                <a:ea typeface="Helvetica Neue"/>
                <a:cs typeface="Helvetica Neue"/>
              </a:defRPr>
            </a:lvl5pPr>
            <a:lvl6pPr>
              <a:defRPr sz="2100" b="0">
                <a:solidFill>
                  <a:srgbClr val="5D6560"/>
                </a:solidFill>
                <a:latin typeface="Helvetica Neue"/>
                <a:ea typeface="Helvetica Neue"/>
                <a:cs typeface="Helvetica Neue"/>
              </a:defRPr>
            </a:lvl6pPr>
            <a:lvl7pPr>
              <a:defRPr sz="2100" b="0">
                <a:solidFill>
                  <a:srgbClr val="5D6560"/>
                </a:solidFill>
                <a:latin typeface="Helvetica Neue"/>
                <a:ea typeface="Helvetica Neue"/>
                <a:cs typeface="Helvetica Neue"/>
              </a:defRPr>
            </a:lvl7pPr>
            <a:lvl8pPr>
              <a:defRPr sz="2100" b="0">
                <a:solidFill>
                  <a:srgbClr val="5D6560"/>
                </a:solidFill>
                <a:latin typeface="Helvetica Neue"/>
                <a:ea typeface="Helvetica Neue"/>
                <a:cs typeface="Helvetica Neue"/>
              </a:defRPr>
            </a:lvl8pPr>
            <a:lvl9pPr>
              <a:defRPr sz="2100" b="0">
                <a:solidFill>
                  <a:srgbClr val="5D6560"/>
                </a:solidFill>
                <a:latin typeface="Helvetica Neue"/>
                <a:ea typeface="Helvetica Neue"/>
                <a:cs typeface="Helvetica Neue"/>
              </a:defRPr>
            </a:lvl9pPr>
          </a:lstStyle>
          <a:p xmlns:a="http://schemas.openxmlformats.org/drawingml/2006/main">
            <a:pPr>
              <a:defRPr sz="2100" b="0">
                <a:solidFill>
                  <a:srgbClr val="5D6560"/>
                </a:solidFill>
                <a:latin typeface="Helvetica Neue"/>
                <a:ea typeface="Helvetica Neue"/>
                <a:cs typeface="Helvetica Neue"/>
              </a:defRPr>
            </a:pPr>
            <a:r>
              <a:rPr sz="2100" b="0">
                <a:solidFill>
                  <a:srgbClr val="5D6560"/>
                </a:solidFill>
                <a:latin typeface="Helvetica Neue"/>
                <a:ea typeface="Helvetica Neue"/>
                <a:cs typeface="Helvetica Neue"/>
              </a:rPr>
              <a:t>10s: 803 + 4 forecasts</a:t>
            </a:r>
          </a:p>
          <a:p xmlns:a="http://schemas.openxmlformats.org/drawingml/2006/main">
            <a:pPr>
              <a:defRPr sz="2100" b="0">
                <a:solidFill>
                  <a:srgbClr val="5D6560"/>
                </a:solidFill>
                <a:latin typeface="Helvetica Neue"/>
                <a:ea typeface="Helvetica Neue"/>
                <a:cs typeface="Helvetica Neue"/>
              </a:defRPr>
            </a:pPr>
            <a:r>
              <a:rPr sz="2100" b="0">
                <a:solidFill>
                  <a:srgbClr val="5D6560"/>
                </a:solidFill>
                <a:latin typeface="Helvetica Neue"/>
                <a:ea typeface="Helvetica Neue"/>
                <a:cs typeface="Helvetica Neue"/>
              </a:rPr>
              <a:t>30s: 799 + 0 forecasts</a:t>
            </a:r>
          </a:p>
        </p:txBody>
      </p:sp>
      <p:sp>
        <p:nvSpPr>
          <p:cNvPr id="8" name="text-82">
            <a:extLst xmlns:a="http://schemas.openxmlformats.org/drawingml/2006/main">
              <a:ext uri="{FF2B5EF4-FFF2-40B4-BE49-F238E27FC236}">
                <a16:creationId xmlns:a16="http://schemas.microsoft.com/office/drawing/2014/main" id="{973AB192-1FB5-47F5-9141-F552F4093FC5}"/>
              </a:ext>
            </a:extLst>
          </p:cNvPr>
          <p:cNvSpPr>
            <a:spLocks xmlns:a="http://schemas.openxmlformats.org/drawingml/2006/main" noGrp="1"/>
          </p:cNvSpPr>
          <p:nvPr/>
        </p:nvSpPr>
        <p:spPr>
          <a:xfrm xmlns:a="http://schemas.openxmlformats.org/drawingml/2006/main">
            <a:off x="8239125" y="4524375"/>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41414"/>
                </a:solidFill>
                <a:latin typeface="Helvetica Neue"/>
                <a:ea typeface="Helvetica Neue"/>
                <a:cs typeface="Helvetica Neue"/>
              </a:defRPr>
            </a:defPPr>
            <a:lvl1pPr>
              <a:defRPr sz="2325" b="1">
                <a:solidFill>
                  <a:srgbClr val="141414"/>
                </a:solidFill>
                <a:latin typeface="Helvetica Neue"/>
                <a:ea typeface="Helvetica Neue"/>
                <a:cs typeface="Helvetica Neue"/>
              </a:defRPr>
            </a:lvl1pPr>
            <a:lvl2pPr>
              <a:defRPr sz="2325" b="1">
                <a:solidFill>
                  <a:srgbClr val="141414"/>
                </a:solidFill>
                <a:latin typeface="Helvetica Neue"/>
                <a:ea typeface="Helvetica Neue"/>
                <a:cs typeface="Helvetica Neue"/>
              </a:defRPr>
            </a:lvl2pPr>
            <a:lvl3pPr>
              <a:defRPr sz="2325" b="1">
                <a:solidFill>
                  <a:srgbClr val="141414"/>
                </a:solidFill>
                <a:latin typeface="Helvetica Neue"/>
                <a:ea typeface="Helvetica Neue"/>
                <a:cs typeface="Helvetica Neue"/>
              </a:defRPr>
            </a:lvl3pPr>
            <a:lvl4pPr>
              <a:defRPr sz="2325" b="1">
                <a:solidFill>
                  <a:srgbClr val="141414"/>
                </a:solidFill>
                <a:latin typeface="Helvetica Neue"/>
                <a:ea typeface="Helvetica Neue"/>
                <a:cs typeface="Helvetica Neue"/>
              </a:defRPr>
            </a:lvl4pPr>
            <a:lvl5pPr>
              <a:defRPr sz="2325" b="1">
                <a:solidFill>
                  <a:srgbClr val="141414"/>
                </a:solidFill>
                <a:latin typeface="Helvetica Neue"/>
                <a:ea typeface="Helvetica Neue"/>
                <a:cs typeface="Helvetica Neue"/>
              </a:defRPr>
            </a:lvl5pPr>
            <a:lvl6pPr>
              <a:defRPr sz="2325" b="1">
                <a:solidFill>
                  <a:srgbClr val="141414"/>
                </a:solidFill>
                <a:latin typeface="Helvetica Neue"/>
                <a:ea typeface="Helvetica Neue"/>
                <a:cs typeface="Helvetica Neue"/>
              </a:defRPr>
            </a:lvl6pPr>
            <a:lvl7pPr>
              <a:defRPr sz="2325" b="1">
                <a:solidFill>
                  <a:srgbClr val="141414"/>
                </a:solidFill>
                <a:latin typeface="Helvetica Neue"/>
                <a:ea typeface="Helvetica Neue"/>
                <a:cs typeface="Helvetica Neue"/>
              </a:defRPr>
            </a:lvl7pPr>
            <a:lvl8pPr>
              <a:defRPr sz="2325" b="1">
                <a:solidFill>
                  <a:srgbClr val="141414"/>
                </a:solidFill>
                <a:latin typeface="Helvetica Neue"/>
                <a:ea typeface="Helvetica Neue"/>
                <a:cs typeface="Helvetica Neue"/>
              </a:defRPr>
            </a:lvl8pPr>
            <a:lvl9pPr>
              <a:defRPr sz="2325" b="1">
                <a:solidFill>
                  <a:srgbClr val="141414"/>
                </a:solidFill>
                <a:latin typeface="Helvetica Neue"/>
                <a:ea typeface="Helvetica Neue"/>
                <a:cs typeface="Helvetica Neue"/>
              </a:defRPr>
            </a:lvl9pPr>
          </a:lstStyle>
          <a:p xmlns:a="http://schemas.openxmlformats.org/drawingml/2006/main">
            <a:pPr>
              <a:defRPr sz="2325" b="1">
                <a:solidFill>
                  <a:srgbClr val="141414"/>
                </a:solidFill>
                <a:latin typeface="Helvetica Neue"/>
                <a:ea typeface="Helvetica Neue"/>
                <a:cs typeface="Helvetica Neue"/>
              </a:defRPr>
            </a:pPr>
            <a:r>
              <a:rPr sz="2325" b="1">
                <a:solidFill>
                  <a:srgbClr val="141414"/>
                </a:solidFill>
                <a:latin typeface="Helvetica Neue"/>
                <a:ea typeface="Helvetica Neue"/>
                <a:cs typeface="Helvetica Neue"/>
              </a:rPr>
              <a:t>The adapter</a:t>
            </a:r>
          </a:p>
          <a:p xmlns:a="http://schemas.openxmlformats.org/drawingml/2006/main">
            <a:pPr>
              <a:defRPr sz="2325" b="1">
                <a:solidFill>
                  <a:srgbClr val="141414"/>
                </a:solidFill>
                <a:latin typeface="Helvetica Neue"/>
                <a:ea typeface="Helvetica Neue"/>
                <a:cs typeface="Helvetica Neue"/>
              </a:defRPr>
            </a:pPr>
            <a:r>
              <a:rPr sz="2325" b="1">
                <a:solidFill>
                  <a:srgbClr val="141414"/>
                </a:solidFill>
                <a:latin typeface="Helvetica Neue"/>
                <a:ea typeface="Helvetica Neue"/>
                <a:cs typeface="Helvetica Neue"/>
              </a:rPr>
              <a:t>increased error</a:t>
            </a:r>
          </a:p>
        </p:txBody>
      </p:sp>
      <p:sp>
        <p:nvSpPr>
          <p:cNvPr id="9" name="text-83">
            <a:extLst xmlns:a="http://schemas.openxmlformats.org/drawingml/2006/main">
              <a:ext uri="{FF2B5EF4-FFF2-40B4-BE49-F238E27FC236}">
                <a16:creationId xmlns:a16="http://schemas.microsoft.com/office/drawing/2014/main" id="{973FA991-6482-4D5C-A460-67057DC1AC79}"/>
              </a:ext>
            </a:extLst>
          </p:cNvPr>
          <p:cNvSpPr>
            <a:spLocks xmlns:a="http://schemas.openxmlformats.org/drawingml/2006/main" noGrp="1"/>
          </p:cNvSpPr>
          <p:nvPr/>
        </p:nvSpPr>
        <p:spPr>
          <a:xfrm xmlns:a="http://schemas.openxmlformats.org/drawingml/2006/main">
            <a:off x="762000" y="5953125"/>
            <a:ext cx="1057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D6560"/>
                </a:solidFill>
                <a:latin typeface="Helvetica Neue"/>
                <a:ea typeface="Helvetica Neue"/>
                <a:cs typeface="Helvetica Neue"/>
              </a:defRPr>
            </a:defPPr>
            <a:lvl1pPr>
              <a:defRPr sz="1800" b="0">
                <a:solidFill>
                  <a:srgbClr val="5D6560"/>
                </a:solidFill>
                <a:latin typeface="Helvetica Neue"/>
                <a:ea typeface="Helvetica Neue"/>
                <a:cs typeface="Helvetica Neue"/>
              </a:defRPr>
            </a:lvl1pPr>
            <a:lvl2pPr>
              <a:defRPr sz="1800" b="0">
                <a:solidFill>
                  <a:srgbClr val="5D6560"/>
                </a:solidFill>
                <a:latin typeface="Helvetica Neue"/>
                <a:ea typeface="Helvetica Neue"/>
                <a:cs typeface="Helvetica Neue"/>
              </a:defRPr>
            </a:lvl2pPr>
            <a:lvl3pPr>
              <a:defRPr sz="1800" b="0">
                <a:solidFill>
                  <a:srgbClr val="5D6560"/>
                </a:solidFill>
                <a:latin typeface="Helvetica Neue"/>
                <a:ea typeface="Helvetica Neue"/>
                <a:cs typeface="Helvetica Neue"/>
              </a:defRPr>
            </a:lvl3pPr>
            <a:lvl4pPr>
              <a:defRPr sz="1800" b="0">
                <a:solidFill>
                  <a:srgbClr val="5D6560"/>
                </a:solidFill>
                <a:latin typeface="Helvetica Neue"/>
                <a:ea typeface="Helvetica Neue"/>
                <a:cs typeface="Helvetica Neue"/>
              </a:defRPr>
            </a:lvl4pPr>
            <a:lvl5pPr>
              <a:defRPr sz="1800" b="0">
                <a:solidFill>
                  <a:srgbClr val="5D6560"/>
                </a:solidFill>
                <a:latin typeface="Helvetica Neue"/>
                <a:ea typeface="Helvetica Neue"/>
                <a:cs typeface="Helvetica Neue"/>
              </a:defRPr>
            </a:lvl5pPr>
            <a:lvl6pPr>
              <a:defRPr sz="1800" b="0">
                <a:solidFill>
                  <a:srgbClr val="5D6560"/>
                </a:solidFill>
                <a:latin typeface="Helvetica Neue"/>
                <a:ea typeface="Helvetica Neue"/>
                <a:cs typeface="Helvetica Neue"/>
              </a:defRPr>
            </a:lvl6pPr>
            <a:lvl7pPr>
              <a:defRPr sz="1800" b="0">
                <a:solidFill>
                  <a:srgbClr val="5D6560"/>
                </a:solidFill>
                <a:latin typeface="Helvetica Neue"/>
                <a:ea typeface="Helvetica Neue"/>
                <a:cs typeface="Helvetica Neue"/>
              </a:defRPr>
            </a:lvl7pPr>
            <a:lvl8pPr>
              <a:defRPr sz="1800" b="0">
                <a:solidFill>
                  <a:srgbClr val="5D6560"/>
                </a:solidFill>
                <a:latin typeface="Helvetica Neue"/>
                <a:ea typeface="Helvetica Neue"/>
                <a:cs typeface="Helvetica Neue"/>
              </a:defRPr>
            </a:lvl8pPr>
            <a:lvl9pPr>
              <a:defRPr sz="1800" b="0">
                <a:solidFill>
                  <a:srgbClr val="5D6560"/>
                </a:solidFill>
                <a:latin typeface="Helvetica Neue"/>
                <a:ea typeface="Helvetica Neue"/>
                <a:cs typeface="Helvetica Neue"/>
              </a:defRPr>
            </a:lvl9pPr>
          </a:lstStyle>
          <a:p xmlns:a="http://schemas.openxmlformats.org/drawingml/2006/main">
            <a:pPr>
              <a:defRPr sz="1800" b="0">
                <a:solidFill>
                  <a:srgbClr val="5D6560"/>
                </a:solidFill>
                <a:latin typeface="Helvetica Neue"/>
                <a:ea typeface="Helvetica Neue"/>
                <a:cs typeface="Helvetica Neue"/>
              </a:defRPr>
            </a:pPr>
            <a:r>
              <a:rPr sz="1800" b="0">
                <a:solidFill>
                  <a:srgbClr val="5D6560"/>
                </a:solidFill>
                <a:latin typeface="Helvetica Neue"/>
                <a:ea typeface="Helvetica Neue"/>
                <a:cs typeface="Helvetica Neue"/>
              </a:rPr>
              <a:t>Exploratory public-data result. Only one person contributes at 30s. No Watch or failure validation.</a:t>
            </a:r>
          </a:p>
        </p:txBody>
      </p:sp>
    </p:spTree>
    <p:extLst>
      <p:ext uri="{BB962C8B-B14F-4D97-AF65-F5344CB8AC3E}">
        <p14:creationId xmlns:p14="http://schemas.microsoft.com/office/powerpoint/2010/main" val="171797714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84">
            <a:extLst xmlns:a="http://schemas.openxmlformats.org/drawingml/2006/main">
              <a:ext uri="{FF2B5EF4-FFF2-40B4-BE49-F238E27FC236}">
                <a16:creationId xmlns:a16="http://schemas.microsoft.com/office/drawing/2014/main" id="{429ABD2A-F9A7-4C70-BEC3-40B51C0E2325}"/>
              </a:ext>
            </a:extLst>
          </p:cNvPr>
          <p:cNvSpPr>
            <a:spLocks xmlns:a="http://schemas.openxmlformats.org/drawingml/2006/main" noGrp="1"/>
          </p:cNvSpPr>
          <p:nvPr/>
        </p:nvSpPr>
        <p:spPr>
          <a:xfrm xmlns:a="http://schemas.openxmlformats.org/drawingml/2006/main">
            <a:off x="723900" y="55245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41414"/>
                </a:solidFill>
                <a:latin typeface="Helvetica Neue"/>
                <a:ea typeface="Helvetica Neue"/>
                <a:cs typeface="Helvetica Neue"/>
              </a:defRPr>
            </a:defPPr>
            <a:lvl1pPr>
              <a:defRPr sz="3600" b="1">
                <a:solidFill>
                  <a:srgbClr val="141414"/>
                </a:solidFill>
                <a:latin typeface="Helvetica Neue"/>
                <a:ea typeface="Helvetica Neue"/>
                <a:cs typeface="Helvetica Neue"/>
              </a:defRPr>
            </a:lvl1pPr>
            <a:lvl2pPr>
              <a:defRPr sz="3600" b="1">
                <a:solidFill>
                  <a:srgbClr val="141414"/>
                </a:solidFill>
                <a:latin typeface="Helvetica Neue"/>
                <a:ea typeface="Helvetica Neue"/>
                <a:cs typeface="Helvetica Neue"/>
              </a:defRPr>
            </a:lvl2pPr>
            <a:lvl3pPr>
              <a:defRPr sz="3600" b="1">
                <a:solidFill>
                  <a:srgbClr val="141414"/>
                </a:solidFill>
                <a:latin typeface="Helvetica Neue"/>
                <a:ea typeface="Helvetica Neue"/>
                <a:cs typeface="Helvetica Neue"/>
              </a:defRPr>
            </a:lvl3pPr>
            <a:lvl4pPr>
              <a:defRPr sz="3600" b="1">
                <a:solidFill>
                  <a:srgbClr val="141414"/>
                </a:solidFill>
                <a:latin typeface="Helvetica Neue"/>
                <a:ea typeface="Helvetica Neue"/>
                <a:cs typeface="Helvetica Neue"/>
              </a:defRPr>
            </a:lvl4pPr>
            <a:lvl5pPr>
              <a:defRPr sz="3600" b="1">
                <a:solidFill>
                  <a:srgbClr val="141414"/>
                </a:solidFill>
                <a:latin typeface="Helvetica Neue"/>
                <a:ea typeface="Helvetica Neue"/>
                <a:cs typeface="Helvetica Neue"/>
              </a:defRPr>
            </a:lvl5pPr>
            <a:lvl6pPr>
              <a:defRPr sz="3600" b="1">
                <a:solidFill>
                  <a:srgbClr val="141414"/>
                </a:solidFill>
                <a:latin typeface="Helvetica Neue"/>
                <a:ea typeface="Helvetica Neue"/>
                <a:cs typeface="Helvetica Neue"/>
              </a:defRPr>
            </a:lvl6pPr>
            <a:lvl7pPr>
              <a:defRPr sz="3600" b="1">
                <a:solidFill>
                  <a:srgbClr val="141414"/>
                </a:solidFill>
                <a:latin typeface="Helvetica Neue"/>
                <a:ea typeface="Helvetica Neue"/>
                <a:cs typeface="Helvetica Neue"/>
              </a:defRPr>
            </a:lvl7pPr>
            <a:lvl8pPr>
              <a:defRPr sz="3600" b="1">
                <a:solidFill>
                  <a:srgbClr val="141414"/>
                </a:solidFill>
                <a:latin typeface="Helvetica Neue"/>
                <a:ea typeface="Helvetica Neue"/>
                <a:cs typeface="Helvetica Neue"/>
              </a:defRPr>
            </a:lvl8pPr>
            <a:lvl9pPr>
              <a:defRPr sz="3600" b="1">
                <a:solidFill>
                  <a:srgbClr val="141414"/>
                </a:solidFill>
                <a:latin typeface="Helvetica Neue"/>
                <a:ea typeface="Helvetica Neue"/>
                <a:cs typeface="Helvetica Neue"/>
              </a:defRPr>
            </a:lvl9pPr>
          </a:lstStyle>
          <a:p xmlns:a="http://schemas.openxmlformats.org/drawingml/2006/main">
            <a:pPr>
              <a:defRPr sz="3600" b="1">
                <a:solidFill>
                  <a:srgbClr val="141414"/>
                </a:solidFill>
                <a:latin typeface="Helvetica Neue"/>
                <a:ea typeface="Helvetica Neue"/>
                <a:cs typeface="Helvetica Neue"/>
              </a:defRPr>
            </a:pPr>
            <a:r>
              <a:rPr sz="3600" b="1">
                <a:solidFill>
                  <a:srgbClr val="141414"/>
                </a:solidFill>
                <a:latin typeface="Helvetica Neue"/>
                <a:ea typeface="Helvetica Neue"/>
                <a:cs typeface="Helvetica Neue"/>
              </a:rPr>
              <a:t>Provider evidence and remaining gates</a:t>
            </a:r>
          </a:p>
        </p:txBody>
      </p:sp>
      <p:sp>
        <p:nvSpPr>
          <p:cNvPr id="2" name="text-85">
            <a:extLst xmlns:a="http://schemas.openxmlformats.org/drawingml/2006/main">
              <a:ext uri="{FF2B5EF4-FFF2-40B4-BE49-F238E27FC236}">
                <a16:creationId xmlns:a16="http://schemas.microsoft.com/office/drawing/2014/main" id="{07535582-48E1-43C8-82C6-3A0074C196A0}"/>
              </a:ext>
            </a:extLst>
          </p:cNvPr>
          <p:cNvSpPr>
            <a:spLocks xmlns:a="http://schemas.openxmlformats.org/drawingml/2006/main" noGrp="1"/>
          </p:cNvSpPr>
          <p:nvPr/>
        </p:nvSpPr>
        <p:spPr>
          <a:xfrm xmlns:a="http://schemas.openxmlformats.org/drawingml/2006/main">
            <a:off x="10953750" y="64008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D6560"/>
                </a:solidFill>
                <a:latin typeface="Helvetica Neue"/>
                <a:ea typeface="Helvetica Neue"/>
                <a:cs typeface="Helvetica Neue"/>
              </a:defRPr>
            </a:defPPr>
            <a:lvl1pPr algn="r">
              <a:defRPr sz="1425" b="0">
                <a:solidFill>
                  <a:srgbClr val="5D6560"/>
                </a:solidFill>
                <a:latin typeface="Helvetica Neue"/>
                <a:ea typeface="Helvetica Neue"/>
                <a:cs typeface="Helvetica Neue"/>
              </a:defRPr>
            </a:lvl1pPr>
            <a:lvl2pPr algn="r">
              <a:defRPr sz="1425" b="0">
                <a:solidFill>
                  <a:srgbClr val="5D6560"/>
                </a:solidFill>
                <a:latin typeface="Helvetica Neue"/>
                <a:ea typeface="Helvetica Neue"/>
                <a:cs typeface="Helvetica Neue"/>
              </a:defRPr>
            </a:lvl2pPr>
            <a:lvl3pPr algn="r">
              <a:defRPr sz="1425" b="0">
                <a:solidFill>
                  <a:srgbClr val="5D6560"/>
                </a:solidFill>
                <a:latin typeface="Helvetica Neue"/>
                <a:ea typeface="Helvetica Neue"/>
                <a:cs typeface="Helvetica Neue"/>
              </a:defRPr>
            </a:lvl3pPr>
            <a:lvl4pPr algn="r">
              <a:defRPr sz="1425" b="0">
                <a:solidFill>
                  <a:srgbClr val="5D6560"/>
                </a:solidFill>
                <a:latin typeface="Helvetica Neue"/>
                <a:ea typeface="Helvetica Neue"/>
                <a:cs typeface="Helvetica Neue"/>
              </a:defRPr>
            </a:lvl4pPr>
            <a:lvl5pPr algn="r">
              <a:defRPr sz="1425" b="0">
                <a:solidFill>
                  <a:srgbClr val="5D6560"/>
                </a:solidFill>
                <a:latin typeface="Helvetica Neue"/>
                <a:ea typeface="Helvetica Neue"/>
                <a:cs typeface="Helvetica Neue"/>
              </a:defRPr>
            </a:lvl5pPr>
            <a:lvl6pPr algn="r">
              <a:defRPr sz="1425" b="0">
                <a:solidFill>
                  <a:srgbClr val="5D6560"/>
                </a:solidFill>
                <a:latin typeface="Helvetica Neue"/>
                <a:ea typeface="Helvetica Neue"/>
                <a:cs typeface="Helvetica Neue"/>
              </a:defRPr>
            </a:lvl6pPr>
            <a:lvl7pPr algn="r">
              <a:defRPr sz="1425" b="0">
                <a:solidFill>
                  <a:srgbClr val="5D6560"/>
                </a:solidFill>
                <a:latin typeface="Helvetica Neue"/>
                <a:ea typeface="Helvetica Neue"/>
                <a:cs typeface="Helvetica Neue"/>
              </a:defRPr>
            </a:lvl7pPr>
            <a:lvl8pPr algn="r">
              <a:defRPr sz="1425" b="0">
                <a:solidFill>
                  <a:srgbClr val="5D6560"/>
                </a:solidFill>
                <a:latin typeface="Helvetica Neue"/>
                <a:ea typeface="Helvetica Neue"/>
                <a:cs typeface="Helvetica Neue"/>
              </a:defRPr>
            </a:lvl8pPr>
            <a:lvl9pPr algn="r">
              <a:defRPr sz="1425" b="0">
                <a:solidFill>
                  <a:srgbClr val="5D6560"/>
                </a:solidFill>
                <a:latin typeface="Helvetica Neue"/>
                <a:ea typeface="Helvetica Neue"/>
                <a:cs typeface="Helvetica Neue"/>
              </a:defRPr>
            </a:lvl9pPr>
          </a:lstStyle>
          <a:p xmlns:a="http://schemas.openxmlformats.org/drawingml/2006/main">
            <a:pPr algn="r">
              <a:defRPr sz="1425" b="0">
                <a:solidFill>
                  <a:srgbClr val="5D6560"/>
                </a:solidFill>
                <a:latin typeface="Helvetica Neue"/>
                <a:ea typeface="Helvetica Neue"/>
                <a:cs typeface="Helvetica Neue"/>
              </a:defRPr>
            </a:pPr>
            <a:r>
              <a:rPr sz="1425" b="0">
                <a:solidFill>
                  <a:srgbClr val="5D6560"/>
                </a:solidFill>
                <a:latin typeface="Helvetica Neue"/>
                <a:ea typeface="Helvetica Neue"/>
                <a:cs typeface="Helvetica Neue"/>
              </a:rPr>
              <a:t>09</a:t>
            </a:r>
          </a:p>
        </p:txBody>
      </p:sp>
      <p:graphicFrame>
        <p:nvGraphicFramePr>
          <p:cNvPr id="3" name="">
            <a:extLst xmlns:a="http://schemas.openxmlformats.org/drawingml/2006/main">
              <a:ext uri="{FF2B5EF4-FFF2-40B4-BE49-F238E27FC236}">
                <a16:creationId xmlns:a16="http://schemas.microsoft.com/office/drawing/2014/main" id="{4FC6A918-7D57-4F1F-8FB5-DFCDE55035A3}"/>
              </a:ext>
            </a:extLst>
          </p:cNvPr>
          <p:cNvGraphicFramePr/>
          <p:nvPr/>
        </p:nvGraphicFramePr>
        <p:xfrm>
          <a:off xmlns:a="http://schemas.openxmlformats.org/drawingml/2006/main" x="742950" y="1562100"/>
          <a:ext xmlns:a="http://schemas.openxmlformats.org/drawingml/2006/main" cx="10706100" cy="4267200"/>
        </p:xfrm>
        <a:graphic xmlns:a="http://schemas.openxmlformats.org/drawingml/2006/main">
          <a:graphicData uri="http://schemas.openxmlformats.org/drawingml/2006/table">
            <a:tbl>
              <a:tblPr/>
              <a:tblGrid>
                <a:gridCol w="1943100"/>
                <a:gridCol w="3276600"/>
                <a:gridCol w="5486400"/>
              </a:tblGrid>
              <a:tr h="533400">
                <a:tc>
                  <a:txBody>
                    <a:bodyPr/>
                    <a:lstStyle/>
                    <a:p>
                      <a:r>
                        <a:rPr sz="1725" b="1">
                          <a:solidFill>
                            <a:srgbClr val="FFFFFF"/>
                          </a:solidFill>
                          <a:latin typeface="Helvetica Neue"/>
                          <a:ea typeface="Helvetica Neue"/>
                          <a:cs typeface="Helvetica Neue"/>
                        </a:rPr>
                        <a:t>Track</a:t>
                      </a:r>
                    </a:p>
                  </a:txBody>
                  <a:tcPr marL="114300" marR="95250" marT="95250" marB="66675">
                    <a:lnL w="9525">
                      <a:solidFill>
                        <a:srgbClr val="DCE4DF"/>
                      </a:solidFill>
                      <a:prstDash val="solid"/>
                    </a:lnL>
                    <a:lnR w="9525">
                      <a:solidFill>
                        <a:srgbClr val="DCE4DF"/>
                      </a:solidFill>
                      <a:prstDash val="solid"/>
                    </a:lnR>
                    <a:lnT w="9525">
                      <a:solidFill>
                        <a:srgbClr val="DCE4DF"/>
                      </a:solidFill>
                      <a:prstDash val="solid"/>
                    </a:lnT>
                    <a:lnB w="9525">
                      <a:solidFill>
                        <a:srgbClr val="DCE4DF"/>
                      </a:solidFill>
                      <a:prstDash val="solid"/>
                    </a:lnB>
                    <a:solidFill>
                      <a:srgbClr val="141414"/>
                    </a:solidFill>
                  </a:tcPr>
                </a:tc>
                <a:tc>
                  <a:txBody>
                    <a:bodyPr/>
                    <a:lstStyle/>
                    <a:p>
                      <a:r>
                        <a:rPr sz="1725" b="1">
                          <a:solidFill>
                            <a:srgbClr val="FFFFFF"/>
                          </a:solidFill>
                          <a:latin typeface="Helvetica Neue"/>
                          <a:ea typeface="Helvetica Neue"/>
                          <a:cs typeface="Helvetica Neue"/>
                        </a:rPr>
                        <a:t>Evidence now</a:t>
                      </a:r>
                    </a:p>
                  </a:txBody>
                  <a:tcPr marL="114300" marR="95250" marT="95250" marB="66675">
                    <a:lnR w="9525">
                      <a:solidFill>
                        <a:srgbClr val="DCE4DF"/>
                      </a:solidFill>
                      <a:prstDash val="solid"/>
                    </a:lnR>
                    <a:lnT w="9525">
                      <a:solidFill>
                        <a:srgbClr val="DCE4DF"/>
                      </a:solidFill>
                      <a:prstDash val="solid"/>
                    </a:lnT>
                    <a:lnB w="9525">
                      <a:solidFill>
                        <a:srgbClr val="DCE4DF"/>
                      </a:solidFill>
                      <a:prstDash val="solid"/>
                    </a:lnB>
                    <a:solidFill>
                      <a:srgbClr val="141414"/>
                    </a:solidFill>
                  </a:tcPr>
                </a:tc>
                <a:tc>
                  <a:txBody>
                    <a:bodyPr/>
                    <a:lstStyle/>
                    <a:p>
                      <a:r>
                        <a:rPr sz="1725" b="1">
                          <a:solidFill>
                            <a:srgbClr val="FFFFFF"/>
                          </a:solidFill>
                          <a:latin typeface="Helvetica Neue"/>
                          <a:ea typeface="Helvetica Neue"/>
                          <a:cs typeface="Helvetica Neue"/>
                        </a:rPr>
                        <a:t>Remaining gate</a:t>
                      </a:r>
                    </a:p>
                  </a:txBody>
                  <a:tcPr marL="114300" marR="95250" marT="95250" marB="66675">
                    <a:lnR w="9525">
                      <a:solidFill>
                        <a:srgbClr val="DCE4DF"/>
                      </a:solidFill>
                      <a:prstDash val="solid"/>
                    </a:lnR>
                    <a:lnT w="9525">
                      <a:solidFill>
                        <a:srgbClr val="DCE4DF"/>
                      </a:solidFill>
                      <a:prstDash val="solid"/>
                    </a:lnT>
                    <a:lnB w="9525">
                      <a:solidFill>
                        <a:srgbClr val="DCE4DF"/>
                      </a:solidFill>
                      <a:prstDash val="solid"/>
                    </a:lnB>
                    <a:solidFill>
                      <a:srgbClr val="141414"/>
                    </a:solidFill>
                  </a:tcPr>
                </a:tc>
              </a:tr>
              <a:tr h="533400">
                <a:tc>
                  <a:txBody>
                    <a:bodyPr/>
                    <a:lstStyle/>
                    <a:p>
                      <a:r>
                        <a:rPr sz="1725">
                          <a:solidFill>
                            <a:srgbClr val="141414"/>
                          </a:solidFill>
                          <a:latin typeface="Helvetica Neue"/>
                          <a:ea typeface="Helvetica Neue"/>
                          <a:cs typeface="Helvetica Neue"/>
                        </a:rPr>
                        <a:t>Gemini</a:t>
                      </a:r>
                    </a:p>
                  </a:txBody>
                  <a:tcPr marL="114300" marR="95250" marT="95250" marB="66675">
                    <a:lnL w="9525">
                      <a:solidFill>
                        <a:srgbClr val="DCE4DF"/>
                      </a:solidFill>
                      <a:prstDash val="solid"/>
                    </a:lnL>
                    <a:lnR w="9525">
                      <a:solidFill>
                        <a:srgbClr val="DCE4DF"/>
                      </a:solidFill>
                      <a:prstDash val="solid"/>
                    </a:lnR>
                    <a:lnB w="9525">
                      <a:solidFill>
                        <a:srgbClr val="DCE4DF"/>
                      </a:solidFill>
                      <a:prstDash val="solid"/>
                    </a:lnB>
                    <a:solidFill>
                      <a:srgbClr val="FFFFFF"/>
                    </a:solidFill>
                  </a:tcPr>
                </a:tc>
                <a:tc>
                  <a:txBody>
                    <a:bodyPr/>
                    <a:lstStyle/>
                    <a:p>
                      <a:r>
                        <a:rPr sz="1725">
                          <a:solidFill>
                            <a:srgbClr val="141414"/>
                          </a:solidFill>
                          <a:latin typeface="Helvetica Neue"/>
                          <a:ea typeface="Helvetica Neue"/>
                          <a:cs typeface="Helvetica Neue"/>
                        </a:rPr>
                        <a:t>4 native types; synthetic</a:t>
                      </a:r>
                    </a:p>
                  </a:txBody>
                  <a:tcPr marL="114300" marR="95250" marT="95250" marB="66675">
                    <a:lnR w="9525">
                      <a:solidFill>
                        <a:srgbClr val="DCE4DF"/>
                      </a:solidFill>
                      <a:prstDash val="solid"/>
                    </a:lnR>
                    <a:lnB w="9525">
                      <a:solidFill>
                        <a:srgbClr val="DCE4DF"/>
                      </a:solidFill>
                      <a:prstDash val="solid"/>
                    </a:lnB>
                    <a:solidFill>
                      <a:srgbClr val="FFFFFF"/>
                    </a:solidFill>
                  </a:tcPr>
                </a:tc>
                <a:tc>
                  <a:txBody>
                    <a:bodyPr/>
                    <a:lstStyle/>
                    <a:p>
                      <a:r>
                        <a:rPr sz="1725">
                          <a:solidFill>
                            <a:srgbClr val="141414"/>
                          </a:solidFill>
                          <a:latin typeface="Helvetica Neue"/>
                          <a:ea typeface="Helvetica Neue"/>
                          <a:cs typeface="Helvetica Neue"/>
                        </a:rPr>
                        <a:t>Physical network; real-user review</a:t>
                      </a:r>
                    </a:p>
                  </a:txBody>
                  <a:tcPr marL="114300" marR="95250" marT="95250" marB="66675">
                    <a:lnR w="9525">
                      <a:solidFill>
                        <a:srgbClr val="DCE4DF"/>
                      </a:solidFill>
                      <a:prstDash val="solid"/>
                    </a:lnR>
                    <a:lnB w="9525">
                      <a:solidFill>
                        <a:srgbClr val="DCE4DF"/>
                      </a:solidFill>
                      <a:prstDash val="solid"/>
                    </a:lnB>
                    <a:solidFill>
                      <a:srgbClr val="FFFFFF"/>
                    </a:solidFill>
                  </a:tcPr>
                </a:tc>
              </a:tr>
              <a:tr h="533400">
                <a:tc>
                  <a:txBody>
                    <a:bodyPr/>
                    <a:lstStyle/>
                    <a:p>
                      <a:r>
                        <a:rPr sz="1725">
                          <a:solidFill>
                            <a:srgbClr val="141414"/>
                          </a:solidFill>
                          <a:latin typeface="Helvetica Neue"/>
                          <a:ea typeface="Helvetica Neue"/>
                          <a:cs typeface="Helvetica Neue"/>
                        </a:rPr>
                        <a:t>Tiger Data</a:t>
                      </a:r>
                    </a:p>
                  </a:txBody>
                  <a:tcPr marL="114300" marR="95250" marT="95250" marB="66675">
                    <a:lnL w="9525">
                      <a:solidFill>
                        <a:srgbClr val="DCE4DF"/>
                      </a:solidFill>
                      <a:prstDash val="solid"/>
                    </a:lnL>
                    <a:lnR w="9525">
                      <a:solidFill>
                        <a:srgbClr val="DCE4DF"/>
                      </a:solidFill>
                      <a:prstDash val="solid"/>
                    </a:lnR>
                    <a:lnB w="9525">
                      <a:solidFill>
                        <a:srgbClr val="DCE4DF"/>
                      </a:solidFill>
                      <a:prstDash val="solid"/>
                    </a:lnB>
                    <a:solidFill>
                      <a:srgbClr val="FFFFFF"/>
                    </a:solidFill>
                  </a:tcPr>
                </a:tc>
                <a:tc>
                  <a:txBody>
                    <a:bodyPr/>
                    <a:lstStyle/>
                    <a:p>
                      <a:r>
                        <a:rPr sz="1725">
                          <a:solidFill>
                            <a:srgbClr val="141414"/>
                          </a:solidFill>
                          <a:latin typeface="Helvetica Neue"/>
                          <a:ea typeface="Helvetica Neue"/>
                          <a:cs typeface="Helvetica Neue"/>
                        </a:rPr>
                        <a:t>Console schema; zero rows</a:t>
                      </a:r>
                    </a:p>
                  </a:txBody>
                  <a:tcPr marL="114300" marR="95250" marT="95250" marB="66675">
                    <a:lnR w="9525">
                      <a:solidFill>
                        <a:srgbClr val="DCE4DF"/>
                      </a:solidFill>
                      <a:prstDash val="solid"/>
                    </a:lnR>
                    <a:lnB w="9525">
                      <a:solidFill>
                        <a:srgbClr val="DCE4DF"/>
                      </a:solidFill>
                      <a:prstDash val="solid"/>
                    </a:lnB>
                    <a:solidFill>
                      <a:srgbClr val="FFFFFF"/>
                    </a:solidFill>
                  </a:tcPr>
                </a:tc>
                <a:tc>
                  <a:txBody>
                    <a:bodyPr/>
                    <a:lstStyle/>
                    <a:p>
                      <a:r>
                        <a:rPr sz="1725">
                          <a:solidFill>
                            <a:srgbClr val="141414"/>
                          </a:solidFill>
                          <a:latin typeface="Helvetica Neue"/>
                          <a:ea typeface="Helvetica Neue"/>
                          <a:cs typeface="Helvetica Neue"/>
                        </a:rPr>
                        <a:t>Strict Node TLS; ingest/readback</a:t>
                      </a:r>
                    </a:p>
                  </a:txBody>
                  <a:tcPr marL="114300" marR="95250" marT="95250" marB="66675">
                    <a:lnR w="9525">
                      <a:solidFill>
                        <a:srgbClr val="DCE4DF"/>
                      </a:solidFill>
                      <a:prstDash val="solid"/>
                    </a:lnR>
                    <a:lnB w="9525">
                      <a:solidFill>
                        <a:srgbClr val="DCE4DF"/>
                      </a:solidFill>
                      <a:prstDash val="solid"/>
                    </a:lnB>
                    <a:solidFill>
                      <a:srgbClr val="FFFFFF"/>
                    </a:solidFill>
                  </a:tcPr>
                </a:tc>
              </a:tr>
              <a:tr h="533400">
                <a:tc>
                  <a:txBody>
                    <a:bodyPr/>
                    <a:lstStyle/>
                    <a:p>
                      <a:r>
                        <a:rPr sz="1725">
                          <a:solidFill>
                            <a:srgbClr val="141414"/>
                          </a:solidFill>
                          <a:latin typeface="Helvetica Neue"/>
                          <a:ea typeface="Helvetica Neue"/>
                          <a:cs typeface="Helvetica Neue"/>
                        </a:rPr>
                        <a:t>Snowflake</a:t>
                      </a:r>
                    </a:p>
                  </a:txBody>
                  <a:tcPr marL="114300" marR="95250" marT="95250" marB="66675">
                    <a:lnL w="9525">
                      <a:solidFill>
                        <a:srgbClr val="DCE4DF"/>
                      </a:solidFill>
                      <a:prstDash val="solid"/>
                    </a:lnL>
                    <a:lnR w="9525">
                      <a:solidFill>
                        <a:srgbClr val="DCE4DF"/>
                      </a:solidFill>
                      <a:prstDash val="solid"/>
                    </a:lnR>
                    <a:lnB w="9525">
                      <a:solidFill>
                        <a:srgbClr val="DCE4DF"/>
                      </a:solidFill>
                      <a:prstDash val="solid"/>
                    </a:lnB>
                    <a:solidFill>
                      <a:srgbClr val="FFFFFF"/>
                    </a:solidFill>
                  </a:tcPr>
                </a:tc>
                <a:tc>
                  <a:txBody>
                    <a:bodyPr/>
                    <a:lstStyle/>
                    <a:p>
                      <a:r>
                        <a:rPr sz="1725">
                          <a:solidFill>
                            <a:srgbClr val="141414"/>
                          </a:solidFill>
                          <a:latin typeface="Helvetica Neue"/>
                          <a:ea typeface="Helvetica Neue"/>
                          <a:cs typeface="Helvetica Neue"/>
                        </a:rPr>
                        <a:t>Pinned batch workflow tested</a:t>
                      </a:r>
                    </a:p>
                  </a:txBody>
                  <a:tcPr marL="114300" marR="95250" marT="95250" marB="66675">
                    <a:lnR w="9525">
                      <a:solidFill>
                        <a:srgbClr val="DCE4DF"/>
                      </a:solidFill>
                      <a:prstDash val="solid"/>
                    </a:lnR>
                    <a:lnB w="9525">
                      <a:solidFill>
                        <a:srgbClr val="DCE4DF"/>
                      </a:solidFill>
                      <a:prstDash val="solid"/>
                    </a:lnB>
                    <a:solidFill>
                      <a:srgbClr val="FFFFFF"/>
                    </a:solidFill>
                  </a:tcPr>
                </a:tc>
                <a:tc>
                  <a:txBody>
                    <a:bodyPr/>
                    <a:lstStyle/>
                    <a:p>
                      <a:r>
                        <a:rPr sz="1725">
                          <a:solidFill>
                            <a:srgbClr val="141414"/>
                          </a:solidFill>
                          <a:latin typeface="Helvetica Neue"/>
                          <a:ea typeface="Helvetica Neue"/>
                          <a:cs typeface="Helvetica Neue"/>
                        </a:rPr>
                        <a:t>Existing warehouse and live SQL</a:t>
                      </a:r>
                    </a:p>
                  </a:txBody>
                  <a:tcPr marL="114300" marR="95250" marT="95250" marB="66675">
                    <a:lnR w="9525">
                      <a:solidFill>
                        <a:srgbClr val="DCE4DF"/>
                      </a:solidFill>
                      <a:prstDash val="solid"/>
                    </a:lnR>
                    <a:lnB w="9525">
                      <a:solidFill>
                        <a:srgbClr val="DCE4DF"/>
                      </a:solidFill>
                      <a:prstDash val="solid"/>
                    </a:lnB>
                    <a:solidFill>
                      <a:srgbClr val="FFFFFF"/>
                    </a:solidFill>
                  </a:tcPr>
                </a:tc>
              </a:tr>
              <a:tr h="533400">
                <a:tc>
                  <a:txBody>
                    <a:bodyPr/>
                    <a:lstStyle/>
                    <a:p>
                      <a:r>
                        <a:rPr sz="1725">
                          <a:solidFill>
                            <a:srgbClr val="141414"/>
                          </a:solidFill>
                          <a:latin typeface="Helvetica Neue"/>
                          <a:ea typeface="Helvetica Neue"/>
                          <a:cs typeface="Helvetica Neue"/>
                        </a:rPr>
                        <a:t>Vultr</a:t>
                      </a:r>
                    </a:p>
                  </a:txBody>
                  <a:tcPr marL="114300" marR="95250" marT="95250" marB="66675">
                    <a:lnL w="9525">
                      <a:solidFill>
                        <a:srgbClr val="DCE4DF"/>
                      </a:solidFill>
                      <a:prstDash val="solid"/>
                    </a:lnL>
                    <a:lnR w="9525">
                      <a:solidFill>
                        <a:srgbClr val="DCE4DF"/>
                      </a:solidFill>
                      <a:prstDash val="solid"/>
                    </a:lnR>
                    <a:lnB w="9525">
                      <a:solidFill>
                        <a:srgbClr val="DCE4DF"/>
                      </a:solidFill>
                      <a:prstDash val="solid"/>
                    </a:lnB>
                    <a:solidFill>
                      <a:srgbClr val="FFFFFF"/>
                    </a:solidFill>
                  </a:tcPr>
                </a:tc>
                <a:tc>
                  <a:txBody>
                    <a:bodyPr/>
                    <a:lstStyle/>
                    <a:p>
                      <a:r>
                        <a:rPr sz="1725">
                          <a:solidFill>
                            <a:srgbClr val="141414"/>
                          </a:solidFill>
                          <a:latin typeface="Helvetica Neue"/>
                          <a:ea typeface="Helvetica Neue"/>
                          <a:cs typeface="Helvetica Neue"/>
                        </a:rPr>
                        <a:t>Local ARM64 runtime checked</a:t>
                      </a:r>
                    </a:p>
                  </a:txBody>
                  <a:tcPr marL="114300" marR="95250" marT="95250" marB="66675">
                    <a:lnR w="9525">
                      <a:solidFill>
                        <a:srgbClr val="DCE4DF"/>
                      </a:solidFill>
                      <a:prstDash val="solid"/>
                    </a:lnR>
                    <a:lnB w="9525">
                      <a:solidFill>
                        <a:srgbClr val="DCE4DF"/>
                      </a:solidFill>
                      <a:prstDash val="solid"/>
                    </a:lnB>
                    <a:solidFill>
                      <a:srgbClr val="FFFFFF"/>
                    </a:solidFill>
                  </a:tcPr>
                </a:tc>
                <a:tc>
                  <a:txBody>
                    <a:bodyPr/>
                    <a:lstStyle/>
                    <a:p>
                      <a:r>
                        <a:rPr sz="1725">
                          <a:solidFill>
                            <a:srgbClr val="141414"/>
                          </a:solidFill>
                          <a:latin typeface="Helvetica Neue"/>
                          <a:ea typeface="Helvetica Neue"/>
                          <a:cs typeface="Helvetica Neue"/>
                        </a:rPr>
                        <a:t>Spend scope; hosted TLS/auth</a:t>
                      </a:r>
                    </a:p>
                  </a:txBody>
                  <a:tcPr marL="114300" marR="95250" marT="95250" marB="66675">
                    <a:lnR w="9525">
                      <a:solidFill>
                        <a:srgbClr val="DCE4DF"/>
                      </a:solidFill>
                      <a:prstDash val="solid"/>
                    </a:lnR>
                    <a:lnB w="9525">
                      <a:solidFill>
                        <a:srgbClr val="DCE4DF"/>
                      </a:solidFill>
                      <a:prstDash val="solid"/>
                    </a:lnB>
                    <a:solidFill>
                      <a:srgbClr val="FFFFFF"/>
                    </a:solidFill>
                  </a:tcPr>
                </a:tc>
              </a:tr>
              <a:tr h="533400">
                <a:tc>
                  <a:txBody>
                    <a:bodyPr/>
                    <a:lstStyle/>
                    <a:p>
                      <a:r>
                        <a:rPr sz="1725">
                          <a:solidFill>
                            <a:srgbClr val="141414"/>
                          </a:solidFill>
                          <a:latin typeface="Helvetica Neue"/>
                          <a:ea typeface="Helvetica Neue"/>
                          <a:cs typeface="Helvetica Neue"/>
                        </a:rPr>
                        <a:t>ElevenLabs</a:t>
                      </a:r>
                    </a:p>
                  </a:txBody>
                  <a:tcPr marL="114300" marR="95250" marT="95250" marB="66675">
                    <a:lnL w="9525">
                      <a:solidFill>
                        <a:srgbClr val="DCE4DF"/>
                      </a:solidFill>
                      <a:prstDash val="solid"/>
                    </a:lnL>
                    <a:lnR w="9525">
                      <a:solidFill>
                        <a:srgbClr val="DCE4DF"/>
                      </a:solidFill>
                      <a:prstDash val="solid"/>
                    </a:lnR>
                    <a:lnB w="9525">
                      <a:solidFill>
                        <a:srgbClr val="DCE4DF"/>
                      </a:solidFill>
                      <a:prstDash val="solid"/>
                    </a:lnB>
                    <a:solidFill>
                      <a:srgbClr val="FFFFFF"/>
                    </a:solidFill>
                  </a:tcPr>
                </a:tc>
                <a:tc>
                  <a:txBody>
                    <a:bodyPr/>
                    <a:lstStyle/>
                    <a:p>
                      <a:r>
                        <a:rPr sz="1725">
                          <a:solidFill>
                            <a:srgbClr val="141414"/>
                          </a:solidFill>
                          <a:latin typeface="Helvetica Neue"/>
                          <a:ea typeface="Helvetica Neue"/>
                          <a:cs typeface="Helvetica Neue"/>
                        </a:rPr>
                        <a:t>Local Apple speech only</a:t>
                      </a:r>
                    </a:p>
                  </a:txBody>
                  <a:tcPr marL="114300" marR="95250" marT="95250" marB="66675">
                    <a:lnR w="9525">
                      <a:solidFill>
                        <a:srgbClr val="DCE4DF"/>
                      </a:solidFill>
                      <a:prstDash val="solid"/>
                    </a:lnR>
                    <a:lnB w="9525">
                      <a:solidFill>
                        <a:srgbClr val="DCE4DF"/>
                      </a:solidFill>
                      <a:prstDash val="solid"/>
                    </a:lnB>
                    <a:solidFill>
                      <a:srgbClr val="FFFFFF"/>
                    </a:solidFill>
                  </a:tcPr>
                </a:tc>
                <a:tc>
                  <a:txBody>
                    <a:bodyPr/>
                    <a:lstStyle/>
                    <a:p>
                      <a:r>
                        <a:rPr sz="1725">
                          <a:solidFill>
                            <a:srgbClr val="141414"/>
                          </a:solidFill>
                          <a:latin typeface="Helvetica Neue"/>
                          <a:ea typeface="Helvetica Neue"/>
                          <a:cs typeface="Helvetica Neue"/>
                        </a:rPr>
                        <a:t>API secret and audible acceptance</a:t>
                      </a:r>
                    </a:p>
                  </a:txBody>
                  <a:tcPr marL="114300" marR="95250" marT="95250" marB="66675">
                    <a:lnR w="9525">
                      <a:solidFill>
                        <a:srgbClr val="DCE4DF"/>
                      </a:solidFill>
                      <a:prstDash val="solid"/>
                    </a:lnR>
                    <a:lnB w="9525">
                      <a:solidFill>
                        <a:srgbClr val="DCE4DF"/>
                      </a:solidFill>
                      <a:prstDash val="solid"/>
                    </a:lnB>
                    <a:solidFill>
                      <a:srgbClr val="FFFFFF"/>
                    </a:solidFill>
                  </a:tcPr>
                </a:tc>
              </a:tr>
              <a:tr h="533400">
                <a:tc>
                  <a:txBody>
                    <a:bodyPr/>
                    <a:lstStyle/>
                    <a:p>
                      <a:r>
                        <a:rPr sz="1725">
                          <a:solidFill>
                            <a:srgbClr val="141414"/>
                          </a:solidFill>
                          <a:latin typeface="Helvetica Neue"/>
                          <a:ea typeface="Helvetica Neue"/>
                          <a:cs typeface="Helvetica Neue"/>
                        </a:rPr>
                        <a:t>Presage</a:t>
                      </a:r>
                    </a:p>
                  </a:txBody>
                  <a:tcPr marL="114300" marR="95250" marT="95250" marB="66675">
                    <a:lnL w="9525">
                      <a:solidFill>
                        <a:srgbClr val="DCE4DF"/>
                      </a:solidFill>
                      <a:prstDash val="solid"/>
                    </a:lnL>
                    <a:lnR w="9525">
                      <a:solidFill>
                        <a:srgbClr val="DCE4DF"/>
                      </a:solidFill>
                      <a:prstDash val="solid"/>
                    </a:lnR>
                    <a:lnB w="9525">
                      <a:solidFill>
                        <a:srgbClr val="DCE4DF"/>
                      </a:solidFill>
                      <a:prstDash val="solid"/>
                    </a:lnB>
                    <a:solidFill>
                      <a:srgbClr val="FFFFFF"/>
                    </a:solidFill>
                  </a:tcPr>
                </a:tc>
                <a:tc>
                  <a:txBody>
                    <a:bodyPr/>
                    <a:lstStyle/>
                    <a:p>
                      <a:r>
                        <a:rPr sz="1725">
                          <a:solidFill>
                            <a:srgbClr val="141414"/>
                          </a:solidFill>
                          <a:latin typeface="Helvetica Neue"/>
                          <a:ea typeface="Helvetica Neue"/>
                          <a:cs typeface="Helvetica Neue"/>
                        </a:rPr>
                        <a:t>SDK plan prepared</a:t>
                      </a:r>
                    </a:p>
                  </a:txBody>
                  <a:tcPr marL="114300" marR="95250" marT="95250" marB="66675">
                    <a:lnR w="9525">
                      <a:solidFill>
                        <a:srgbClr val="DCE4DF"/>
                      </a:solidFill>
                      <a:prstDash val="solid"/>
                    </a:lnR>
                    <a:lnB w="9525">
                      <a:solidFill>
                        <a:srgbClr val="DCE4DF"/>
                      </a:solidFill>
                      <a:prstDash val="solid"/>
                    </a:lnB>
                    <a:solidFill>
                      <a:srgbClr val="FFFFFF"/>
                    </a:solidFill>
                  </a:tcPr>
                </a:tc>
                <a:tc>
                  <a:txBody>
                    <a:bodyPr/>
                    <a:lstStyle/>
                    <a:p>
                      <a:r>
                        <a:rPr sz="1725">
                          <a:solidFill>
                            <a:srgbClr val="141414"/>
                          </a:solidFill>
                          <a:latin typeface="Helvetica Neue"/>
                          <a:ea typeface="Helvetica Neue"/>
                          <a:cs typeface="Helvetica Neue"/>
                        </a:rPr>
                        <a:t>Vitals egress decision and credits</a:t>
                      </a:r>
                    </a:p>
                  </a:txBody>
                  <a:tcPr marL="114300" marR="95250" marT="95250" marB="66675">
                    <a:lnR w="9525">
                      <a:solidFill>
                        <a:srgbClr val="DCE4DF"/>
                      </a:solidFill>
                      <a:prstDash val="solid"/>
                    </a:lnR>
                    <a:lnB w="9525">
                      <a:solidFill>
                        <a:srgbClr val="DCE4DF"/>
                      </a:solidFill>
                      <a:prstDash val="solid"/>
                    </a:lnB>
                    <a:solidFill>
                      <a:srgbClr val="FFFFFF"/>
                    </a:solidFill>
                  </a:tcPr>
                </a:tc>
              </a:tr>
              <a:tr h="533400">
                <a:tc>
                  <a:txBody>
                    <a:bodyPr/>
                    <a:lstStyle/>
                    <a:p>
                      <a:r>
                        <a:rPr sz="1725">
                          <a:solidFill>
                            <a:srgbClr val="141414"/>
                          </a:solidFill>
                          <a:latin typeface="Helvetica Neue"/>
                          <a:ea typeface="Helvetica Neue"/>
                          <a:cs typeface="Helvetica Neue"/>
                        </a:rPr>
                        <a:t>Delta</a:t>
                      </a:r>
                    </a:p>
                  </a:txBody>
                  <a:tcPr marL="114300" marR="95250" marT="95250" marB="66675">
                    <a:lnL w="9525">
                      <a:solidFill>
                        <a:srgbClr val="DCE4DF"/>
                      </a:solidFill>
                      <a:prstDash val="solid"/>
                    </a:lnL>
                    <a:lnR w="9525">
                      <a:solidFill>
                        <a:srgbClr val="DCE4DF"/>
                      </a:solidFill>
                      <a:prstDash val="solid"/>
                    </a:lnR>
                    <a:lnB w="9525">
                      <a:solidFill>
                        <a:srgbClr val="DCE4DF"/>
                      </a:solidFill>
                      <a:prstDash val="solid"/>
                    </a:lnB>
                    <a:solidFill>
                      <a:srgbClr val="FFFFFF"/>
                    </a:solidFill>
                  </a:tcPr>
                </a:tc>
                <a:tc>
                  <a:txBody>
                    <a:bodyPr/>
                    <a:lstStyle/>
                    <a:p>
                      <a:r>
                        <a:rPr sz="1725">
                          <a:solidFill>
                            <a:srgbClr val="141414"/>
                          </a:solidFill>
                          <a:latin typeface="Helvetica Neue"/>
                          <a:ea typeface="Helvetica Neue"/>
                          <a:cs typeface="Helvetica Neue"/>
                        </a:rPr>
                        <a:t>Judge packet prepared</a:t>
                      </a:r>
                    </a:p>
                  </a:txBody>
                  <a:tcPr marL="114300" marR="95250" marT="95250" marB="66675">
                    <a:lnR w="9525">
                      <a:solidFill>
                        <a:srgbClr val="DCE4DF"/>
                      </a:solidFill>
                      <a:prstDash val="solid"/>
                    </a:lnR>
                    <a:lnB w="9525">
                      <a:solidFill>
                        <a:srgbClr val="DCE4DF"/>
                      </a:solidFill>
                      <a:prstDash val="solid"/>
                    </a:lnB>
                    <a:solidFill>
                      <a:srgbClr val="FFFFFF"/>
                    </a:solidFill>
                  </a:tcPr>
                </a:tc>
                <a:tc>
                  <a:txBody>
                    <a:bodyPr/>
                    <a:lstStyle/>
                    <a:p>
                      <a:r>
                        <a:rPr sz="1725">
                          <a:solidFill>
                            <a:srgbClr val="141414"/>
                          </a:solidFill>
                          <a:latin typeface="Helvetica Neue"/>
                          <a:ea typeface="Helvetica Neue"/>
                          <a:cs typeface="Helvetica Neue"/>
                        </a:rPr>
                        <a:t>Operator/legal step, then one review</a:t>
                      </a:r>
                    </a:p>
                  </a:txBody>
                  <a:tcPr marL="114300" marR="95250" marT="95250" marB="66675">
                    <a:lnR w="9525">
                      <a:solidFill>
                        <a:srgbClr val="DCE4DF"/>
                      </a:solidFill>
                      <a:prstDash val="solid"/>
                    </a:lnR>
                    <a:lnB w="9525">
                      <a:solidFill>
                        <a:srgbClr val="DCE4DF"/>
                      </a:solidFill>
                      <a:prstDash val="solid"/>
                    </a:lnB>
                    <a:solidFill>
                      <a:srgbClr val="FFFFFF"/>
                    </a:solidFill>
                  </a:tcPr>
                </a:tc>
              </a:tr>
            </a:tbl>
          </a:graphicData>
        </a:graphic>
      </p:graphicFrame>
      <p:sp>
        <p:nvSpPr>
          <p:cNvPr id="4" name="text-86">
            <a:extLst xmlns:a="http://schemas.openxmlformats.org/drawingml/2006/main">
              <a:ext uri="{FF2B5EF4-FFF2-40B4-BE49-F238E27FC236}">
                <a16:creationId xmlns:a16="http://schemas.microsoft.com/office/drawing/2014/main" id="{5E0220DD-AAC1-4EDF-AA9C-98144638E150}"/>
              </a:ext>
            </a:extLst>
          </p:cNvPr>
          <p:cNvSpPr>
            <a:spLocks xmlns:a="http://schemas.openxmlformats.org/drawingml/2006/main" noGrp="1"/>
          </p:cNvSpPr>
          <p:nvPr/>
        </p:nvSpPr>
        <p:spPr>
          <a:xfrm xmlns:a="http://schemas.openxmlformats.org/drawingml/2006/main">
            <a:off x="762000" y="597217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D6560"/>
                </a:solidFill>
                <a:latin typeface="Helvetica Neue"/>
                <a:ea typeface="Helvetica Neue"/>
                <a:cs typeface="Helvetica Neue"/>
              </a:defRPr>
            </a:defPPr>
            <a:lvl1pPr>
              <a:defRPr sz="1725" b="0">
                <a:solidFill>
                  <a:srgbClr val="5D6560"/>
                </a:solidFill>
                <a:latin typeface="Helvetica Neue"/>
                <a:ea typeface="Helvetica Neue"/>
                <a:cs typeface="Helvetica Neue"/>
              </a:defRPr>
            </a:lvl1pPr>
            <a:lvl2pPr>
              <a:defRPr sz="1725" b="0">
                <a:solidFill>
                  <a:srgbClr val="5D6560"/>
                </a:solidFill>
                <a:latin typeface="Helvetica Neue"/>
                <a:ea typeface="Helvetica Neue"/>
                <a:cs typeface="Helvetica Neue"/>
              </a:defRPr>
            </a:lvl2pPr>
            <a:lvl3pPr>
              <a:defRPr sz="1725" b="0">
                <a:solidFill>
                  <a:srgbClr val="5D6560"/>
                </a:solidFill>
                <a:latin typeface="Helvetica Neue"/>
                <a:ea typeface="Helvetica Neue"/>
                <a:cs typeface="Helvetica Neue"/>
              </a:defRPr>
            </a:lvl3pPr>
            <a:lvl4pPr>
              <a:defRPr sz="1725" b="0">
                <a:solidFill>
                  <a:srgbClr val="5D6560"/>
                </a:solidFill>
                <a:latin typeface="Helvetica Neue"/>
                <a:ea typeface="Helvetica Neue"/>
                <a:cs typeface="Helvetica Neue"/>
              </a:defRPr>
            </a:lvl4pPr>
            <a:lvl5pPr>
              <a:defRPr sz="1725" b="0">
                <a:solidFill>
                  <a:srgbClr val="5D6560"/>
                </a:solidFill>
                <a:latin typeface="Helvetica Neue"/>
                <a:ea typeface="Helvetica Neue"/>
                <a:cs typeface="Helvetica Neue"/>
              </a:defRPr>
            </a:lvl5pPr>
            <a:lvl6pPr>
              <a:defRPr sz="1725" b="0">
                <a:solidFill>
                  <a:srgbClr val="5D6560"/>
                </a:solidFill>
                <a:latin typeface="Helvetica Neue"/>
                <a:ea typeface="Helvetica Neue"/>
                <a:cs typeface="Helvetica Neue"/>
              </a:defRPr>
            </a:lvl6pPr>
            <a:lvl7pPr>
              <a:defRPr sz="1725" b="0">
                <a:solidFill>
                  <a:srgbClr val="5D6560"/>
                </a:solidFill>
                <a:latin typeface="Helvetica Neue"/>
                <a:ea typeface="Helvetica Neue"/>
                <a:cs typeface="Helvetica Neue"/>
              </a:defRPr>
            </a:lvl7pPr>
            <a:lvl8pPr>
              <a:defRPr sz="1725" b="0">
                <a:solidFill>
                  <a:srgbClr val="5D6560"/>
                </a:solidFill>
                <a:latin typeface="Helvetica Neue"/>
                <a:ea typeface="Helvetica Neue"/>
                <a:cs typeface="Helvetica Neue"/>
              </a:defRPr>
            </a:lvl8pPr>
            <a:lvl9pPr>
              <a:defRPr sz="1725" b="0">
                <a:solidFill>
                  <a:srgbClr val="5D6560"/>
                </a:solidFill>
                <a:latin typeface="Helvetica Neue"/>
                <a:ea typeface="Helvetica Neue"/>
                <a:cs typeface="Helvetica Neue"/>
              </a:defRPr>
            </a:lvl9pPr>
          </a:lstStyle>
          <a:p xmlns:a="http://schemas.openxmlformats.org/drawingml/2006/main">
            <a:pPr>
              <a:defRPr sz="1725" b="0">
                <a:solidFill>
                  <a:srgbClr val="5D6560"/>
                </a:solidFill>
                <a:latin typeface="Helvetica Neue"/>
                <a:ea typeface="Helvetica Neue"/>
                <a:cs typeface="Helvetica Neue"/>
              </a:defRPr>
            </a:pPr>
            <a:r>
              <a:rPr sz="1725" b="0">
                <a:solidFill>
                  <a:srgbClr val="5D6560"/>
                </a:solidFill>
                <a:latin typeface="Helvetica Neue"/>
                <a:ea typeface="Helvetica Neue"/>
                <a:cs typeface="Helvetica Neue"/>
              </a:rPr>
              <a:t>Web prototype: 92 offline checks; real cloud upload pending.</a:t>
            </a:r>
          </a:p>
          <a:p xmlns:a="http://schemas.openxmlformats.org/drawingml/2006/main">
            <a:pPr>
              <a:defRPr sz="1725" b="0">
                <a:solidFill>
                  <a:srgbClr val="5D6560"/>
                </a:solidFill>
                <a:latin typeface="Helvetica Neue"/>
                <a:ea typeface="Helvetica Neue"/>
                <a:cs typeface="Helvetica Neue"/>
              </a:defRPr>
            </a:pPr>
            <a:r>
              <a:rPr sz="1725" b="0">
                <a:solidFill>
                  <a:srgbClr val="5D6560"/>
                </a:solidFill>
                <a:latin typeface="Helvetica Neue"/>
                <a:ea typeface="Helvetica Neue"/>
                <a:cs typeface="Helvetica Neue"/>
              </a:rPr>
              <a:t>Landing: local browser accepted; public deployment pending.</a:t>
            </a:r>
          </a:p>
        </p:txBody>
      </p:sp>
    </p:spTree>
    <p:extLst>
      <p:ext uri="{BB962C8B-B14F-4D97-AF65-F5344CB8AC3E}">
        <p14:creationId xmlns:p14="http://schemas.microsoft.com/office/powerpoint/2010/main" val="144635654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87">
            <a:extLst xmlns:a="http://schemas.openxmlformats.org/drawingml/2006/main">
              <a:ext uri="{FF2B5EF4-FFF2-40B4-BE49-F238E27FC236}">
                <a16:creationId xmlns:a16="http://schemas.microsoft.com/office/drawing/2014/main" id="{04C61408-6BD7-4B08-8664-B6FA3983F6CE}"/>
              </a:ext>
            </a:extLst>
          </p:cNvPr>
          <p:cNvSpPr>
            <a:spLocks xmlns:a="http://schemas.openxmlformats.org/drawingml/2006/main" noGrp="1"/>
          </p:cNvSpPr>
          <p:nvPr/>
        </p:nvSpPr>
        <p:spPr>
          <a:xfrm xmlns:a="http://schemas.openxmlformats.org/drawingml/2006/main">
            <a:off x="723900" y="55245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41414"/>
                </a:solidFill>
                <a:latin typeface="Helvetica Neue"/>
                <a:ea typeface="Helvetica Neue"/>
                <a:cs typeface="Helvetica Neue"/>
              </a:defRPr>
            </a:defPPr>
            <a:lvl1pPr>
              <a:defRPr sz="3600" b="1">
                <a:solidFill>
                  <a:srgbClr val="141414"/>
                </a:solidFill>
                <a:latin typeface="Helvetica Neue"/>
                <a:ea typeface="Helvetica Neue"/>
                <a:cs typeface="Helvetica Neue"/>
              </a:defRPr>
            </a:lvl1pPr>
            <a:lvl2pPr>
              <a:defRPr sz="3600" b="1">
                <a:solidFill>
                  <a:srgbClr val="141414"/>
                </a:solidFill>
                <a:latin typeface="Helvetica Neue"/>
                <a:ea typeface="Helvetica Neue"/>
                <a:cs typeface="Helvetica Neue"/>
              </a:defRPr>
            </a:lvl2pPr>
            <a:lvl3pPr>
              <a:defRPr sz="3600" b="1">
                <a:solidFill>
                  <a:srgbClr val="141414"/>
                </a:solidFill>
                <a:latin typeface="Helvetica Neue"/>
                <a:ea typeface="Helvetica Neue"/>
                <a:cs typeface="Helvetica Neue"/>
              </a:defRPr>
            </a:lvl3pPr>
            <a:lvl4pPr>
              <a:defRPr sz="3600" b="1">
                <a:solidFill>
                  <a:srgbClr val="141414"/>
                </a:solidFill>
                <a:latin typeface="Helvetica Neue"/>
                <a:ea typeface="Helvetica Neue"/>
                <a:cs typeface="Helvetica Neue"/>
              </a:defRPr>
            </a:lvl4pPr>
            <a:lvl5pPr>
              <a:defRPr sz="3600" b="1">
                <a:solidFill>
                  <a:srgbClr val="141414"/>
                </a:solidFill>
                <a:latin typeface="Helvetica Neue"/>
                <a:ea typeface="Helvetica Neue"/>
                <a:cs typeface="Helvetica Neue"/>
              </a:defRPr>
            </a:lvl5pPr>
            <a:lvl6pPr>
              <a:defRPr sz="3600" b="1">
                <a:solidFill>
                  <a:srgbClr val="141414"/>
                </a:solidFill>
                <a:latin typeface="Helvetica Neue"/>
                <a:ea typeface="Helvetica Neue"/>
                <a:cs typeface="Helvetica Neue"/>
              </a:defRPr>
            </a:lvl6pPr>
            <a:lvl7pPr>
              <a:defRPr sz="3600" b="1">
                <a:solidFill>
                  <a:srgbClr val="141414"/>
                </a:solidFill>
                <a:latin typeface="Helvetica Neue"/>
                <a:ea typeface="Helvetica Neue"/>
                <a:cs typeface="Helvetica Neue"/>
              </a:defRPr>
            </a:lvl7pPr>
            <a:lvl8pPr>
              <a:defRPr sz="3600" b="1">
                <a:solidFill>
                  <a:srgbClr val="141414"/>
                </a:solidFill>
                <a:latin typeface="Helvetica Neue"/>
                <a:ea typeface="Helvetica Neue"/>
                <a:cs typeface="Helvetica Neue"/>
              </a:defRPr>
            </a:lvl8pPr>
            <a:lvl9pPr>
              <a:defRPr sz="3600" b="1">
                <a:solidFill>
                  <a:srgbClr val="141414"/>
                </a:solidFill>
                <a:latin typeface="Helvetica Neue"/>
                <a:ea typeface="Helvetica Neue"/>
                <a:cs typeface="Helvetica Neue"/>
              </a:defRPr>
            </a:lvl9pPr>
          </a:lstStyle>
          <a:p xmlns:a="http://schemas.openxmlformats.org/drawingml/2006/main">
            <a:pPr>
              <a:defRPr sz="3600" b="1">
                <a:solidFill>
                  <a:srgbClr val="141414"/>
                </a:solidFill>
                <a:latin typeface="Helvetica Neue"/>
                <a:ea typeface="Helvetica Neue"/>
                <a:cs typeface="Helvetica Neue"/>
              </a:defRPr>
            </a:pPr>
            <a:r>
              <a:rPr sz="3600" b="1">
                <a:solidFill>
                  <a:srgbClr val="141414"/>
                </a:solidFill>
                <a:latin typeface="Helvetica Neue"/>
                <a:ea typeface="Helvetica Neue"/>
                <a:cs typeface="Helvetica Neue"/>
              </a:rPr>
              <a:t>A two-minute demo of the implemented flow</a:t>
            </a:r>
          </a:p>
        </p:txBody>
      </p:sp>
      <p:sp>
        <p:nvSpPr>
          <p:cNvPr id="2" name="text-88">
            <a:extLst xmlns:a="http://schemas.openxmlformats.org/drawingml/2006/main">
              <a:ext uri="{FF2B5EF4-FFF2-40B4-BE49-F238E27FC236}">
                <a16:creationId xmlns:a16="http://schemas.microsoft.com/office/drawing/2014/main" id="{7B4A6B30-B2E1-4EDD-BCA7-EC885D7DF453}"/>
              </a:ext>
            </a:extLst>
          </p:cNvPr>
          <p:cNvSpPr>
            <a:spLocks xmlns:a="http://schemas.openxmlformats.org/drawingml/2006/main" noGrp="1"/>
          </p:cNvSpPr>
          <p:nvPr/>
        </p:nvSpPr>
        <p:spPr>
          <a:xfrm xmlns:a="http://schemas.openxmlformats.org/drawingml/2006/main">
            <a:off x="10953750" y="64008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D6560"/>
                </a:solidFill>
                <a:latin typeface="Helvetica Neue"/>
                <a:ea typeface="Helvetica Neue"/>
                <a:cs typeface="Helvetica Neue"/>
              </a:defRPr>
            </a:defPPr>
            <a:lvl1pPr algn="r">
              <a:defRPr sz="1425" b="0">
                <a:solidFill>
                  <a:srgbClr val="5D6560"/>
                </a:solidFill>
                <a:latin typeface="Helvetica Neue"/>
                <a:ea typeface="Helvetica Neue"/>
                <a:cs typeface="Helvetica Neue"/>
              </a:defRPr>
            </a:lvl1pPr>
            <a:lvl2pPr algn="r">
              <a:defRPr sz="1425" b="0">
                <a:solidFill>
                  <a:srgbClr val="5D6560"/>
                </a:solidFill>
                <a:latin typeface="Helvetica Neue"/>
                <a:ea typeface="Helvetica Neue"/>
                <a:cs typeface="Helvetica Neue"/>
              </a:defRPr>
            </a:lvl2pPr>
            <a:lvl3pPr algn="r">
              <a:defRPr sz="1425" b="0">
                <a:solidFill>
                  <a:srgbClr val="5D6560"/>
                </a:solidFill>
                <a:latin typeface="Helvetica Neue"/>
                <a:ea typeface="Helvetica Neue"/>
                <a:cs typeface="Helvetica Neue"/>
              </a:defRPr>
            </a:lvl3pPr>
            <a:lvl4pPr algn="r">
              <a:defRPr sz="1425" b="0">
                <a:solidFill>
                  <a:srgbClr val="5D6560"/>
                </a:solidFill>
                <a:latin typeface="Helvetica Neue"/>
                <a:ea typeface="Helvetica Neue"/>
                <a:cs typeface="Helvetica Neue"/>
              </a:defRPr>
            </a:lvl4pPr>
            <a:lvl5pPr algn="r">
              <a:defRPr sz="1425" b="0">
                <a:solidFill>
                  <a:srgbClr val="5D6560"/>
                </a:solidFill>
                <a:latin typeface="Helvetica Neue"/>
                <a:ea typeface="Helvetica Neue"/>
                <a:cs typeface="Helvetica Neue"/>
              </a:defRPr>
            </a:lvl5pPr>
            <a:lvl6pPr algn="r">
              <a:defRPr sz="1425" b="0">
                <a:solidFill>
                  <a:srgbClr val="5D6560"/>
                </a:solidFill>
                <a:latin typeface="Helvetica Neue"/>
                <a:ea typeface="Helvetica Neue"/>
                <a:cs typeface="Helvetica Neue"/>
              </a:defRPr>
            </a:lvl6pPr>
            <a:lvl7pPr algn="r">
              <a:defRPr sz="1425" b="0">
                <a:solidFill>
                  <a:srgbClr val="5D6560"/>
                </a:solidFill>
                <a:latin typeface="Helvetica Neue"/>
                <a:ea typeface="Helvetica Neue"/>
                <a:cs typeface="Helvetica Neue"/>
              </a:defRPr>
            </a:lvl7pPr>
            <a:lvl8pPr algn="r">
              <a:defRPr sz="1425" b="0">
                <a:solidFill>
                  <a:srgbClr val="5D6560"/>
                </a:solidFill>
                <a:latin typeface="Helvetica Neue"/>
                <a:ea typeface="Helvetica Neue"/>
                <a:cs typeface="Helvetica Neue"/>
              </a:defRPr>
            </a:lvl8pPr>
            <a:lvl9pPr algn="r">
              <a:defRPr sz="1425" b="0">
                <a:solidFill>
                  <a:srgbClr val="5D6560"/>
                </a:solidFill>
                <a:latin typeface="Helvetica Neue"/>
                <a:ea typeface="Helvetica Neue"/>
                <a:cs typeface="Helvetica Neue"/>
              </a:defRPr>
            </a:lvl9pPr>
          </a:lstStyle>
          <a:p xmlns:a="http://schemas.openxmlformats.org/drawingml/2006/main">
            <a:pPr algn="r">
              <a:defRPr sz="1425" b="0">
                <a:solidFill>
                  <a:srgbClr val="5D6560"/>
                </a:solidFill>
                <a:latin typeface="Helvetica Neue"/>
                <a:ea typeface="Helvetica Neue"/>
                <a:cs typeface="Helvetica Neue"/>
              </a:defRPr>
            </a:pPr>
            <a:r>
              <a:rPr sz="1425" b="0">
                <a:solidFill>
                  <a:srgbClr val="5D6560"/>
                </a:solidFill>
                <a:latin typeface="Helvetica Neue"/>
                <a:ea typeface="Helvetica Neue"/>
                <a:cs typeface="Helvetica Neue"/>
              </a:rPr>
              <a:t>10</a:t>
            </a:r>
          </a:p>
        </p:txBody>
      </p:sp>
      <p:sp>
        <p:nvSpPr>
          <p:cNvPr id="3" name="text-89">
            <a:extLst xmlns:a="http://schemas.openxmlformats.org/drawingml/2006/main">
              <a:ext uri="{FF2B5EF4-FFF2-40B4-BE49-F238E27FC236}">
                <a16:creationId xmlns:a16="http://schemas.microsoft.com/office/drawing/2014/main" id="{4A009826-3BC5-4117-9D0A-2E0E52A401B5}"/>
              </a:ext>
            </a:extLst>
          </p:cNvPr>
          <p:cNvSpPr>
            <a:spLocks xmlns:a="http://schemas.openxmlformats.org/drawingml/2006/main" noGrp="1"/>
          </p:cNvSpPr>
          <p:nvPr/>
        </p:nvSpPr>
        <p:spPr>
          <a:xfrm xmlns:a="http://schemas.openxmlformats.org/drawingml/2006/main">
            <a:off x="762000" y="1666875"/>
            <a:ext cx="104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16B49"/>
                </a:solidFill>
                <a:latin typeface="Helvetica Neue"/>
                <a:ea typeface="Helvetica Neue"/>
                <a:cs typeface="Helvetica Neue"/>
              </a:defRPr>
            </a:defPPr>
            <a:lvl1pPr>
              <a:defRPr sz="2175" b="1">
                <a:solidFill>
                  <a:srgbClr val="216B49"/>
                </a:solidFill>
                <a:latin typeface="Helvetica Neue"/>
                <a:ea typeface="Helvetica Neue"/>
                <a:cs typeface="Helvetica Neue"/>
              </a:defRPr>
            </a:lvl1pPr>
            <a:lvl2pPr>
              <a:defRPr sz="2175" b="1">
                <a:solidFill>
                  <a:srgbClr val="216B49"/>
                </a:solidFill>
                <a:latin typeface="Helvetica Neue"/>
                <a:ea typeface="Helvetica Neue"/>
                <a:cs typeface="Helvetica Neue"/>
              </a:defRPr>
            </a:lvl2pPr>
            <a:lvl3pPr>
              <a:defRPr sz="2175" b="1">
                <a:solidFill>
                  <a:srgbClr val="216B49"/>
                </a:solidFill>
                <a:latin typeface="Helvetica Neue"/>
                <a:ea typeface="Helvetica Neue"/>
                <a:cs typeface="Helvetica Neue"/>
              </a:defRPr>
            </a:lvl3pPr>
            <a:lvl4pPr>
              <a:defRPr sz="2175" b="1">
                <a:solidFill>
                  <a:srgbClr val="216B49"/>
                </a:solidFill>
                <a:latin typeface="Helvetica Neue"/>
                <a:ea typeface="Helvetica Neue"/>
                <a:cs typeface="Helvetica Neue"/>
              </a:defRPr>
            </a:lvl4pPr>
            <a:lvl5pPr>
              <a:defRPr sz="2175" b="1">
                <a:solidFill>
                  <a:srgbClr val="216B49"/>
                </a:solidFill>
                <a:latin typeface="Helvetica Neue"/>
                <a:ea typeface="Helvetica Neue"/>
                <a:cs typeface="Helvetica Neue"/>
              </a:defRPr>
            </a:lvl5pPr>
            <a:lvl6pPr>
              <a:defRPr sz="2175" b="1">
                <a:solidFill>
                  <a:srgbClr val="216B49"/>
                </a:solidFill>
                <a:latin typeface="Helvetica Neue"/>
                <a:ea typeface="Helvetica Neue"/>
                <a:cs typeface="Helvetica Neue"/>
              </a:defRPr>
            </a:lvl6pPr>
            <a:lvl7pPr>
              <a:defRPr sz="2175" b="1">
                <a:solidFill>
                  <a:srgbClr val="216B49"/>
                </a:solidFill>
                <a:latin typeface="Helvetica Neue"/>
                <a:ea typeface="Helvetica Neue"/>
                <a:cs typeface="Helvetica Neue"/>
              </a:defRPr>
            </a:lvl7pPr>
            <a:lvl8pPr>
              <a:defRPr sz="2175" b="1">
                <a:solidFill>
                  <a:srgbClr val="216B49"/>
                </a:solidFill>
                <a:latin typeface="Helvetica Neue"/>
                <a:ea typeface="Helvetica Neue"/>
                <a:cs typeface="Helvetica Neue"/>
              </a:defRPr>
            </a:lvl8pPr>
            <a:lvl9pPr>
              <a:defRPr sz="2175" b="1">
                <a:solidFill>
                  <a:srgbClr val="216B49"/>
                </a:solidFill>
                <a:latin typeface="Helvetica Neue"/>
                <a:ea typeface="Helvetica Neue"/>
                <a:cs typeface="Helvetica Neue"/>
              </a:defRPr>
            </a:lvl9pPr>
          </a:lstStyle>
          <a:p xmlns:a="http://schemas.openxmlformats.org/drawingml/2006/main">
            <a:pPr>
              <a:defRPr sz="2175" b="1">
                <a:solidFill>
                  <a:srgbClr val="216B49"/>
                </a:solidFill>
                <a:latin typeface="Helvetica Neue"/>
                <a:ea typeface="Helvetica Neue"/>
                <a:cs typeface="Helvetica Neue"/>
              </a:defRPr>
            </a:pPr>
            <a:r>
              <a:rPr sz="2175" b="1">
                <a:solidFill>
                  <a:srgbClr val="216B49"/>
                </a:solidFill>
                <a:latin typeface="Helvetica Neue"/>
                <a:ea typeface="Helvetica Neue"/>
                <a:cs typeface="Helvetica Neue"/>
              </a:rPr>
              <a:t>00:00</a:t>
            </a:r>
          </a:p>
        </p:txBody>
      </p:sp>
      <p:sp>
        <p:nvSpPr>
          <p:cNvPr id="4" name="text-90">
            <a:extLst xmlns:a="http://schemas.openxmlformats.org/drawingml/2006/main">
              <a:ext uri="{FF2B5EF4-FFF2-40B4-BE49-F238E27FC236}">
                <a16:creationId xmlns:a16="http://schemas.microsoft.com/office/drawing/2014/main" id="{B8A6CA06-E5FE-4069-BA49-E065A02774F2}"/>
              </a:ext>
            </a:extLst>
          </p:cNvPr>
          <p:cNvSpPr>
            <a:spLocks xmlns:a="http://schemas.openxmlformats.org/drawingml/2006/main" noGrp="1"/>
          </p:cNvSpPr>
          <p:nvPr/>
        </p:nvSpPr>
        <p:spPr>
          <a:xfrm xmlns:a="http://schemas.openxmlformats.org/drawingml/2006/main">
            <a:off x="2286000" y="1666875"/>
            <a:ext cx="419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1414"/>
                </a:solidFill>
                <a:latin typeface="Helvetica Neue"/>
                <a:ea typeface="Helvetica Neue"/>
                <a:cs typeface="Helvetica Neue"/>
              </a:defRPr>
            </a:defPPr>
            <a:lvl1pPr>
              <a:defRPr sz="2250" b="1">
                <a:solidFill>
                  <a:srgbClr val="141414"/>
                </a:solidFill>
                <a:latin typeface="Helvetica Neue"/>
                <a:ea typeface="Helvetica Neue"/>
                <a:cs typeface="Helvetica Neue"/>
              </a:defRPr>
            </a:lvl1pPr>
            <a:lvl2pPr>
              <a:defRPr sz="2250" b="1">
                <a:solidFill>
                  <a:srgbClr val="141414"/>
                </a:solidFill>
                <a:latin typeface="Helvetica Neue"/>
                <a:ea typeface="Helvetica Neue"/>
                <a:cs typeface="Helvetica Neue"/>
              </a:defRPr>
            </a:lvl2pPr>
            <a:lvl3pPr>
              <a:defRPr sz="2250" b="1">
                <a:solidFill>
                  <a:srgbClr val="141414"/>
                </a:solidFill>
                <a:latin typeface="Helvetica Neue"/>
                <a:ea typeface="Helvetica Neue"/>
                <a:cs typeface="Helvetica Neue"/>
              </a:defRPr>
            </a:lvl3pPr>
            <a:lvl4pPr>
              <a:defRPr sz="2250" b="1">
                <a:solidFill>
                  <a:srgbClr val="141414"/>
                </a:solidFill>
                <a:latin typeface="Helvetica Neue"/>
                <a:ea typeface="Helvetica Neue"/>
                <a:cs typeface="Helvetica Neue"/>
              </a:defRPr>
            </a:lvl4pPr>
            <a:lvl5pPr>
              <a:defRPr sz="2250" b="1">
                <a:solidFill>
                  <a:srgbClr val="141414"/>
                </a:solidFill>
                <a:latin typeface="Helvetica Neue"/>
                <a:ea typeface="Helvetica Neue"/>
                <a:cs typeface="Helvetica Neue"/>
              </a:defRPr>
            </a:lvl5pPr>
            <a:lvl6pPr>
              <a:defRPr sz="2250" b="1">
                <a:solidFill>
                  <a:srgbClr val="141414"/>
                </a:solidFill>
                <a:latin typeface="Helvetica Neue"/>
                <a:ea typeface="Helvetica Neue"/>
                <a:cs typeface="Helvetica Neue"/>
              </a:defRPr>
            </a:lvl6pPr>
            <a:lvl7pPr>
              <a:defRPr sz="2250" b="1">
                <a:solidFill>
                  <a:srgbClr val="141414"/>
                </a:solidFill>
                <a:latin typeface="Helvetica Neue"/>
                <a:ea typeface="Helvetica Neue"/>
                <a:cs typeface="Helvetica Neue"/>
              </a:defRPr>
            </a:lvl7pPr>
            <a:lvl8pPr>
              <a:defRPr sz="2250" b="1">
                <a:solidFill>
                  <a:srgbClr val="141414"/>
                </a:solidFill>
                <a:latin typeface="Helvetica Neue"/>
                <a:ea typeface="Helvetica Neue"/>
                <a:cs typeface="Helvetica Neue"/>
              </a:defRPr>
            </a:lvl8pPr>
            <a:lvl9pPr>
              <a:defRPr sz="2250" b="1">
                <a:solidFill>
                  <a:srgbClr val="141414"/>
                </a:solidFill>
                <a:latin typeface="Helvetica Neue"/>
                <a:ea typeface="Helvetica Neue"/>
                <a:cs typeface="Helvetica Neue"/>
              </a:defRPr>
            </a:lvl9pPr>
          </a:lstStyle>
          <a:p xmlns:a="http://schemas.openxmlformats.org/drawingml/2006/main">
            <a:pPr>
              <a:defRPr sz="2250" b="1">
                <a:solidFill>
                  <a:srgbClr val="141414"/>
                </a:solidFill>
                <a:latin typeface="Helvetica Neue"/>
                <a:ea typeface="Helvetica Neue"/>
                <a:cs typeface="Helvetica Neue"/>
              </a:defRPr>
            </a:pPr>
            <a:r>
              <a:rPr sz="2250" b="1">
                <a:solidFill>
                  <a:srgbClr val="141414"/>
                </a:solidFill>
                <a:latin typeface="Helvetica Neue"/>
                <a:ea typeface="Helvetica Neue"/>
                <a:cs typeface="Helvetica Neue"/>
              </a:rPr>
              <a:t>Today and goals</a:t>
            </a:r>
          </a:p>
        </p:txBody>
      </p:sp>
      <p:sp>
        <p:nvSpPr>
          <p:cNvPr id="5" name="text-91">
            <a:extLst xmlns:a="http://schemas.openxmlformats.org/drawingml/2006/main">
              <a:ext uri="{FF2B5EF4-FFF2-40B4-BE49-F238E27FC236}">
                <a16:creationId xmlns:a16="http://schemas.microsoft.com/office/drawing/2014/main" id="{43E0B523-458B-46C4-808D-D0DA126359ED}"/>
              </a:ext>
            </a:extLst>
          </p:cNvPr>
          <p:cNvSpPr>
            <a:spLocks xmlns:a="http://schemas.openxmlformats.org/drawingml/2006/main" noGrp="1"/>
          </p:cNvSpPr>
          <p:nvPr/>
        </p:nvSpPr>
        <p:spPr>
          <a:xfrm xmlns:a="http://schemas.openxmlformats.org/drawingml/2006/main">
            <a:off x="6762750" y="1666875"/>
            <a:ext cx="4667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D6560"/>
                </a:solidFill>
                <a:latin typeface="Helvetica Neue"/>
                <a:ea typeface="Helvetica Neue"/>
                <a:cs typeface="Helvetica Neue"/>
              </a:defRPr>
            </a:defPPr>
            <a:lvl1pPr>
              <a:defRPr sz="1875" b="0">
                <a:solidFill>
                  <a:srgbClr val="5D6560"/>
                </a:solidFill>
                <a:latin typeface="Helvetica Neue"/>
                <a:ea typeface="Helvetica Neue"/>
                <a:cs typeface="Helvetica Neue"/>
              </a:defRPr>
            </a:lvl1pPr>
            <a:lvl2pPr>
              <a:defRPr sz="1875" b="0">
                <a:solidFill>
                  <a:srgbClr val="5D6560"/>
                </a:solidFill>
                <a:latin typeface="Helvetica Neue"/>
                <a:ea typeface="Helvetica Neue"/>
                <a:cs typeface="Helvetica Neue"/>
              </a:defRPr>
            </a:lvl2pPr>
            <a:lvl3pPr>
              <a:defRPr sz="1875" b="0">
                <a:solidFill>
                  <a:srgbClr val="5D6560"/>
                </a:solidFill>
                <a:latin typeface="Helvetica Neue"/>
                <a:ea typeface="Helvetica Neue"/>
                <a:cs typeface="Helvetica Neue"/>
              </a:defRPr>
            </a:lvl3pPr>
            <a:lvl4pPr>
              <a:defRPr sz="1875" b="0">
                <a:solidFill>
                  <a:srgbClr val="5D6560"/>
                </a:solidFill>
                <a:latin typeface="Helvetica Neue"/>
                <a:ea typeface="Helvetica Neue"/>
                <a:cs typeface="Helvetica Neue"/>
              </a:defRPr>
            </a:lvl4pPr>
            <a:lvl5pPr>
              <a:defRPr sz="1875" b="0">
                <a:solidFill>
                  <a:srgbClr val="5D6560"/>
                </a:solidFill>
                <a:latin typeface="Helvetica Neue"/>
                <a:ea typeface="Helvetica Neue"/>
                <a:cs typeface="Helvetica Neue"/>
              </a:defRPr>
            </a:lvl5pPr>
            <a:lvl6pPr>
              <a:defRPr sz="1875" b="0">
                <a:solidFill>
                  <a:srgbClr val="5D6560"/>
                </a:solidFill>
                <a:latin typeface="Helvetica Neue"/>
                <a:ea typeface="Helvetica Neue"/>
                <a:cs typeface="Helvetica Neue"/>
              </a:defRPr>
            </a:lvl6pPr>
            <a:lvl7pPr>
              <a:defRPr sz="1875" b="0">
                <a:solidFill>
                  <a:srgbClr val="5D6560"/>
                </a:solidFill>
                <a:latin typeface="Helvetica Neue"/>
                <a:ea typeface="Helvetica Neue"/>
                <a:cs typeface="Helvetica Neue"/>
              </a:defRPr>
            </a:lvl7pPr>
            <a:lvl8pPr>
              <a:defRPr sz="1875" b="0">
                <a:solidFill>
                  <a:srgbClr val="5D6560"/>
                </a:solidFill>
                <a:latin typeface="Helvetica Neue"/>
                <a:ea typeface="Helvetica Neue"/>
                <a:cs typeface="Helvetica Neue"/>
              </a:defRPr>
            </a:lvl8pPr>
            <a:lvl9pPr>
              <a:defRPr sz="1875" b="0">
                <a:solidFill>
                  <a:srgbClr val="5D6560"/>
                </a:solidFill>
                <a:latin typeface="Helvetica Neue"/>
                <a:ea typeface="Helvetica Neue"/>
                <a:cs typeface="Helvetica Neue"/>
              </a:defRPr>
            </a:lvl9pPr>
          </a:lstStyle>
          <a:p xmlns:a="http://schemas.openxmlformats.org/drawingml/2006/main">
            <a:pPr>
              <a:defRPr sz="1875" b="0">
                <a:solidFill>
                  <a:srgbClr val="5D6560"/>
                </a:solidFill>
                <a:latin typeface="Helvetica Neue"/>
                <a:ea typeface="Helvetica Neue"/>
                <a:cs typeface="Helvetica Neue"/>
              </a:defRPr>
            </a:pPr>
            <a:r>
              <a:rPr sz="1875" b="0">
                <a:solidFill>
                  <a:srgbClr val="5D6560"/>
                </a:solidFill>
                <a:latin typeface="Helvetica Neue"/>
                <a:ea typeface="Helvetica Neue"/>
                <a:cs typeface="Helvetica Neue"/>
              </a:rPr>
              <a:t>Show the actual starting state.</a:t>
            </a:r>
          </a:p>
        </p:txBody>
      </p:sp>
      <p:sp>
        <p:nvSpPr>
          <p:cNvPr id="6" name="text-92">
            <a:extLst xmlns:a="http://schemas.openxmlformats.org/drawingml/2006/main">
              <a:ext uri="{FF2B5EF4-FFF2-40B4-BE49-F238E27FC236}">
                <a16:creationId xmlns:a16="http://schemas.microsoft.com/office/drawing/2014/main" id="{8FAA0BED-7930-4B48-8A9C-D52AE226A1F0}"/>
              </a:ext>
            </a:extLst>
          </p:cNvPr>
          <p:cNvSpPr>
            <a:spLocks xmlns:a="http://schemas.openxmlformats.org/drawingml/2006/main" noGrp="1"/>
          </p:cNvSpPr>
          <p:nvPr/>
        </p:nvSpPr>
        <p:spPr>
          <a:xfrm xmlns:a="http://schemas.openxmlformats.org/drawingml/2006/main">
            <a:off x="762000" y="2505075"/>
            <a:ext cx="104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16B49"/>
                </a:solidFill>
                <a:latin typeface="Helvetica Neue"/>
                <a:ea typeface="Helvetica Neue"/>
                <a:cs typeface="Helvetica Neue"/>
              </a:defRPr>
            </a:defPPr>
            <a:lvl1pPr>
              <a:defRPr sz="2175" b="1">
                <a:solidFill>
                  <a:srgbClr val="216B49"/>
                </a:solidFill>
                <a:latin typeface="Helvetica Neue"/>
                <a:ea typeface="Helvetica Neue"/>
                <a:cs typeface="Helvetica Neue"/>
              </a:defRPr>
            </a:lvl1pPr>
            <a:lvl2pPr>
              <a:defRPr sz="2175" b="1">
                <a:solidFill>
                  <a:srgbClr val="216B49"/>
                </a:solidFill>
                <a:latin typeface="Helvetica Neue"/>
                <a:ea typeface="Helvetica Neue"/>
                <a:cs typeface="Helvetica Neue"/>
              </a:defRPr>
            </a:lvl2pPr>
            <a:lvl3pPr>
              <a:defRPr sz="2175" b="1">
                <a:solidFill>
                  <a:srgbClr val="216B49"/>
                </a:solidFill>
                <a:latin typeface="Helvetica Neue"/>
                <a:ea typeface="Helvetica Neue"/>
                <a:cs typeface="Helvetica Neue"/>
              </a:defRPr>
            </a:lvl3pPr>
            <a:lvl4pPr>
              <a:defRPr sz="2175" b="1">
                <a:solidFill>
                  <a:srgbClr val="216B49"/>
                </a:solidFill>
                <a:latin typeface="Helvetica Neue"/>
                <a:ea typeface="Helvetica Neue"/>
                <a:cs typeface="Helvetica Neue"/>
              </a:defRPr>
            </a:lvl4pPr>
            <a:lvl5pPr>
              <a:defRPr sz="2175" b="1">
                <a:solidFill>
                  <a:srgbClr val="216B49"/>
                </a:solidFill>
                <a:latin typeface="Helvetica Neue"/>
                <a:ea typeface="Helvetica Neue"/>
                <a:cs typeface="Helvetica Neue"/>
              </a:defRPr>
            </a:lvl5pPr>
            <a:lvl6pPr>
              <a:defRPr sz="2175" b="1">
                <a:solidFill>
                  <a:srgbClr val="216B49"/>
                </a:solidFill>
                <a:latin typeface="Helvetica Neue"/>
                <a:ea typeface="Helvetica Neue"/>
                <a:cs typeface="Helvetica Neue"/>
              </a:defRPr>
            </a:lvl6pPr>
            <a:lvl7pPr>
              <a:defRPr sz="2175" b="1">
                <a:solidFill>
                  <a:srgbClr val="216B49"/>
                </a:solidFill>
                <a:latin typeface="Helvetica Neue"/>
                <a:ea typeface="Helvetica Neue"/>
                <a:cs typeface="Helvetica Neue"/>
              </a:defRPr>
            </a:lvl7pPr>
            <a:lvl8pPr>
              <a:defRPr sz="2175" b="1">
                <a:solidFill>
                  <a:srgbClr val="216B49"/>
                </a:solidFill>
                <a:latin typeface="Helvetica Neue"/>
                <a:ea typeface="Helvetica Neue"/>
                <a:cs typeface="Helvetica Neue"/>
              </a:defRPr>
            </a:lvl8pPr>
            <a:lvl9pPr>
              <a:defRPr sz="2175" b="1">
                <a:solidFill>
                  <a:srgbClr val="216B49"/>
                </a:solidFill>
                <a:latin typeface="Helvetica Neue"/>
                <a:ea typeface="Helvetica Neue"/>
                <a:cs typeface="Helvetica Neue"/>
              </a:defRPr>
            </a:lvl9pPr>
          </a:lstStyle>
          <a:p xmlns:a="http://schemas.openxmlformats.org/drawingml/2006/main">
            <a:pPr>
              <a:defRPr sz="2175" b="1">
                <a:solidFill>
                  <a:srgbClr val="216B49"/>
                </a:solidFill>
                <a:latin typeface="Helvetica Neue"/>
                <a:ea typeface="Helvetica Neue"/>
                <a:cs typeface="Helvetica Neue"/>
              </a:defRPr>
            </a:pPr>
            <a:r>
              <a:rPr sz="2175" b="1">
                <a:solidFill>
                  <a:srgbClr val="216B49"/>
                </a:solidFill>
                <a:latin typeface="Helvetica Neue"/>
                <a:ea typeface="Helvetica Neue"/>
                <a:cs typeface="Helvetica Neue"/>
              </a:rPr>
              <a:t>00:15</a:t>
            </a:r>
          </a:p>
        </p:txBody>
      </p:sp>
      <p:sp>
        <p:nvSpPr>
          <p:cNvPr id="7" name="text-93">
            <a:extLst xmlns:a="http://schemas.openxmlformats.org/drawingml/2006/main">
              <a:ext uri="{FF2B5EF4-FFF2-40B4-BE49-F238E27FC236}">
                <a16:creationId xmlns:a16="http://schemas.microsoft.com/office/drawing/2014/main" id="{D0C615C4-C22B-4375-B2DC-84BE9FB21385}"/>
              </a:ext>
            </a:extLst>
          </p:cNvPr>
          <p:cNvSpPr>
            <a:spLocks xmlns:a="http://schemas.openxmlformats.org/drawingml/2006/main" noGrp="1"/>
          </p:cNvSpPr>
          <p:nvPr/>
        </p:nvSpPr>
        <p:spPr>
          <a:xfrm xmlns:a="http://schemas.openxmlformats.org/drawingml/2006/main">
            <a:off x="2286000" y="2505075"/>
            <a:ext cx="419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1414"/>
                </a:solidFill>
                <a:latin typeface="Helvetica Neue"/>
                <a:ea typeface="Helvetica Neue"/>
                <a:cs typeface="Helvetica Neue"/>
              </a:defRPr>
            </a:defPPr>
            <a:lvl1pPr>
              <a:defRPr sz="2250" b="1">
                <a:solidFill>
                  <a:srgbClr val="141414"/>
                </a:solidFill>
                <a:latin typeface="Helvetica Neue"/>
                <a:ea typeface="Helvetica Neue"/>
                <a:cs typeface="Helvetica Neue"/>
              </a:defRPr>
            </a:lvl1pPr>
            <a:lvl2pPr>
              <a:defRPr sz="2250" b="1">
                <a:solidFill>
                  <a:srgbClr val="141414"/>
                </a:solidFill>
                <a:latin typeface="Helvetica Neue"/>
                <a:ea typeface="Helvetica Neue"/>
                <a:cs typeface="Helvetica Neue"/>
              </a:defRPr>
            </a:lvl2pPr>
            <a:lvl3pPr>
              <a:defRPr sz="2250" b="1">
                <a:solidFill>
                  <a:srgbClr val="141414"/>
                </a:solidFill>
                <a:latin typeface="Helvetica Neue"/>
                <a:ea typeface="Helvetica Neue"/>
                <a:cs typeface="Helvetica Neue"/>
              </a:defRPr>
            </a:lvl3pPr>
            <a:lvl4pPr>
              <a:defRPr sz="2250" b="1">
                <a:solidFill>
                  <a:srgbClr val="141414"/>
                </a:solidFill>
                <a:latin typeface="Helvetica Neue"/>
                <a:ea typeface="Helvetica Neue"/>
                <a:cs typeface="Helvetica Neue"/>
              </a:defRPr>
            </a:lvl4pPr>
            <a:lvl5pPr>
              <a:defRPr sz="2250" b="1">
                <a:solidFill>
                  <a:srgbClr val="141414"/>
                </a:solidFill>
                <a:latin typeface="Helvetica Neue"/>
                <a:ea typeface="Helvetica Neue"/>
                <a:cs typeface="Helvetica Neue"/>
              </a:defRPr>
            </a:lvl5pPr>
            <a:lvl6pPr>
              <a:defRPr sz="2250" b="1">
                <a:solidFill>
                  <a:srgbClr val="141414"/>
                </a:solidFill>
                <a:latin typeface="Helvetica Neue"/>
                <a:ea typeface="Helvetica Neue"/>
                <a:cs typeface="Helvetica Neue"/>
              </a:defRPr>
            </a:lvl6pPr>
            <a:lvl7pPr>
              <a:defRPr sz="2250" b="1">
                <a:solidFill>
                  <a:srgbClr val="141414"/>
                </a:solidFill>
                <a:latin typeface="Helvetica Neue"/>
                <a:ea typeface="Helvetica Neue"/>
                <a:cs typeface="Helvetica Neue"/>
              </a:defRPr>
            </a:lvl7pPr>
            <a:lvl8pPr>
              <a:defRPr sz="2250" b="1">
                <a:solidFill>
                  <a:srgbClr val="141414"/>
                </a:solidFill>
                <a:latin typeface="Helvetica Neue"/>
                <a:ea typeface="Helvetica Neue"/>
                <a:cs typeface="Helvetica Neue"/>
              </a:defRPr>
            </a:lvl8pPr>
            <a:lvl9pPr>
              <a:defRPr sz="2250" b="1">
                <a:solidFill>
                  <a:srgbClr val="141414"/>
                </a:solidFill>
                <a:latin typeface="Helvetica Neue"/>
                <a:ea typeface="Helvetica Neue"/>
                <a:cs typeface="Helvetica Neue"/>
              </a:defRPr>
            </a:lvl9pPr>
          </a:lstStyle>
          <a:p xmlns:a="http://schemas.openxmlformats.org/drawingml/2006/main">
            <a:pPr>
              <a:defRPr sz="2250" b="1">
                <a:solidFill>
                  <a:srgbClr val="141414"/>
                </a:solidFill>
                <a:latin typeface="Helvetica Neue"/>
                <a:ea typeface="Helvetica Neue"/>
                <a:cs typeface="Helvetica Neue"/>
              </a:defRPr>
            </a:pPr>
            <a:r>
              <a:rPr sz="2250" b="1">
                <a:solidFill>
                  <a:srgbClr val="141414"/>
                </a:solidFill>
                <a:latin typeface="Helvetica Neue"/>
                <a:ea typeface="Helvetica Neue"/>
                <a:cs typeface="Helvetica Neue"/>
              </a:rPr>
              <a:t>A tracked workout</a:t>
            </a:r>
          </a:p>
        </p:txBody>
      </p:sp>
      <p:sp>
        <p:nvSpPr>
          <p:cNvPr id="8" name="text-94">
            <a:extLst xmlns:a="http://schemas.openxmlformats.org/drawingml/2006/main">
              <a:ext uri="{FF2B5EF4-FFF2-40B4-BE49-F238E27FC236}">
                <a16:creationId xmlns:a16="http://schemas.microsoft.com/office/drawing/2014/main" id="{8DE606A8-54FE-49E2-A290-88FBFFE70C6A}"/>
              </a:ext>
            </a:extLst>
          </p:cNvPr>
          <p:cNvSpPr>
            <a:spLocks xmlns:a="http://schemas.openxmlformats.org/drawingml/2006/main" noGrp="1"/>
          </p:cNvSpPr>
          <p:nvPr/>
        </p:nvSpPr>
        <p:spPr>
          <a:xfrm xmlns:a="http://schemas.openxmlformats.org/drawingml/2006/main">
            <a:off x="6762750" y="2505075"/>
            <a:ext cx="4667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D6560"/>
                </a:solidFill>
                <a:latin typeface="Helvetica Neue"/>
                <a:ea typeface="Helvetica Neue"/>
                <a:cs typeface="Helvetica Neue"/>
              </a:defRPr>
            </a:defPPr>
            <a:lvl1pPr>
              <a:defRPr sz="1875" b="0">
                <a:solidFill>
                  <a:srgbClr val="5D6560"/>
                </a:solidFill>
                <a:latin typeface="Helvetica Neue"/>
                <a:ea typeface="Helvetica Neue"/>
                <a:cs typeface="Helvetica Neue"/>
              </a:defRPr>
            </a:lvl1pPr>
            <a:lvl2pPr>
              <a:defRPr sz="1875" b="0">
                <a:solidFill>
                  <a:srgbClr val="5D6560"/>
                </a:solidFill>
                <a:latin typeface="Helvetica Neue"/>
                <a:ea typeface="Helvetica Neue"/>
                <a:cs typeface="Helvetica Neue"/>
              </a:defRPr>
            </a:lvl2pPr>
            <a:lvl3pPr>
              <a:defRPr sz="1875" b="0">
                <a:solidFill>
                  <a:srgbClr val="5D6560"/>
                </a:solidFill>
                <a:latin typeface="Helvetica Neue"/>
                <a:ea typeface="Helvetica Neue"/>
                <a:cs typeface="Helvetica Neue"/>
              </a:defRPr>
            </a:lvl3pPr>
            <a:lvl4pPr>
              <a:defRPr sz="1875" b="0">
                <a:solidFill>
                  <a:srgbClr val="5D6560"/>
                </a:solidFill>
                <a:latin typeface="Helvetica Neue"/>
                <a:ea typeface="Helvetica Neue"/>
                <a:cs typeface="Helvetica Neue"/>
              </a:defRPr>
            </a:lvl4pPr>
            <a:lvl5pPr>
              <a:defRPr sz="1875" b="0">
                <a:solidFill>
                  <a:srgbClr val="5D6560"/>
                </a:solidFill>
                <a:latin typeface="Helvetica Neue"/>
                <a:ea typeface="Helvetica Neue"/>
                <a:cs typeface="Helvetica Neue"/>
              </a:defRPr>
            </a:lvl5pPr>
            <a:lvl6pPr>
              <a:defRPr sz="1875" b="0">
                <a:solidFill>
                  <a:srgbClr val="5D6560"/>
                </a:solidFill>
                <a:latin typeface="Helvetica Neue"/>
                <a:ea typeface="Helvetica Neue"/>
                <a:cs typeface="Helvetica Neue"/>
              </a:defRPr>
            </a:lvl6pPr>
            <a:lvl7pPr>
              <a:defRPr sz="1875" b="0">
                <a:solidFill>
                  <a:srgbClr val="5D6560"/>
                </a:solidFill>
                <a:latin typeface="Helvetica Neue"/>
                <a:ea typeface="Helvetica Neue"/>
                <a:cs typeface="Helvetica Neue"/>
              </a:defRPr>
            </a:lvl7pPr>
            <a:lvl8pPr>
              <a:defRPr sz="1875" b="0">
                <a:solidFill>
                  <a:srgbClr val="5D6560"/>
                </a:solidFill>
                <a:latin typeface="Helvetica Neue"/>
                <a:ea typeface="Helvetica Neue"/>
                <a:cs typeface="Helvetica Neue"/>
              </a:defRPr>
            </a:lvl8pPr>
            <a:lvl9pPr>
              <a:defRPr sz="1875" b="0">
                <a:solidFill>
                  <a:srgbClr val="5D6560"/>
                </a:solidFill>
                <a:latin typeface="Helvetica Neue"/>
                <a:ea typeface="Helvetica Neue"/>
                <a:cs typeface="Helvetica Neue"/>
              </a:defRPr>
            </a:lvl9pPr>
          </a:lstStyle>
          <a:p xmlns:a="http://schemas.openxmlformats.org/drawingml/2006/main">
            <a:pPr>
              <a:defRPr sz="1875" b="0">
                <a:solidFill>
                  <a:srgbClr val="5D6560"/>
                </a:solidFill>
                <a:latin typeface="Helvetica Neue"/>
                <a:ea typeface="Helvetica Neue"/>
                <a:cs typeface="Helvetica Neue"/>
              </a:defRPr>
            </a:pPr>
            <a:r>
              <a:rPr sz="1875" b="0">
                <a:solidFill>
                  <a:srgbClr val="5D6560"/>
                </a:solidFill>
                <a:latin typeface="Helvetica Neue"/>
                <a:ea typeface="Helvetica Neue"/>
                <a:cs typeface="Helvetica Neue"/>
              </a:rPr>
              <a:t>Show the camera path and visible cue. Label any fixture.</a:t>
            </a:r>
          </a:p>
        </p:txBody>
      </p:sp>
      <p:sp>
        <p:nvSpPr>
          <p:cNvPr id="9" name="text-95">
            <a:extLst xmlns:a="http://schemas.openxmlformats.org/drawingml/2006/main">
              <a:ext uri="{FF2B5EF4-FFF2-40B4-BE49-F238E27FC236}">
                <a16:creationId xmlns:a16="http://schemas.microsoft.com/office/drawing/2014/main" id="{48DB6B9E-7FFB-49AF-9867-6E12B3A12486}"/>
              </a:ext>
            </a:extLst>
          </p:cNvPr>
          <p:cNvSpPr>
            <a:spLocks xmlns:a="http://schemas.openxmlformats.org/drawingml/2006/main" noGrp="1"/>
          </p:cNvSpPr>
          <p:nvPr/>
        </p:nvSpPr>
        <p:spPr>
          <a:xfrm xmlns:a="http://schemas.openxmlformats.org/drawingml/2006/main">
            <a:off x="762000" y="3343275"/>
            <a:ext cx="104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16B49"/>
                </a:solidFill>
                <a:latin typeface="Helvetica Neue"/>
                <a:ea typeface="Helvetica Neue"/>
                <a:cs typeface="Helvetica Neue"/>
              </a:defRPr>
            </a:defPPr>
            <a:lvl1pPr>
              <a:defRPr sz="2175" b="1">
                <a:solidFill>
                  <a:srgbClr val="216B49"/>
                </a:solidFill>
                <a:latin typeface="Helvetica Neue"/>
                <a:ea typeface="Helvetica Neue"/>
                <a:cs typeface="Helvetica Neue"/>
              </a:defRPr>
            </a:lvl1pPr>
            <a:lvl2pPr>
              <a:defRPr sz="2175" b="1">
                <a:solidFill>
                  <a:srgbClr val="216B49"/>
                </a:solidFill>
                <a:latin typeface="Helvetica Neue"/>
                <a:ea typeface="Helvetica Neue"/>
                <a:cs typeface="Helvetica Neue"/>
              </a:defRPr>
            </a:lvl2pPr>
            <a:lvl3pPr>
              <a:defRPr sz="2175" b="1">
                <a:solidFill>
                  <a:srgbClr val="216B49"/>
                </a:solidFill>
                <a:latin typeface="Helvetica Neue"/>
                <a:ea typeface="Helvetica Neue"/>
                <a:cs typeface="Helvetica Neue"/>
              </a:defRPr>
            </a:lvl3pPr>
            <a:lvl4pPr>
              <a:defRPr sz="2175" b="1">
                <a:solidFill>
                  <a:srgbClr val="216B49"/>
                </a:solidFill>
                <a:latin typeface="Helvetica Neue"/>
                <a:ea typeface="Helvetica Neue"/>
                <a:cs typeface="Helvetica Neue"/>
              </a:defRPr>
            </a:lvl4pPr>
            <a:lvl5pPr>
              <a:defRPr sz="2175" b="1">
                <a:solidFill>
                  <a:srgbClr val="216B49"/>
                </a:solidFill>
                <a:latin typeface="Helvetica Neue"/>
                <a:ea typeface="Helvetica Neue"/>
                <a:cs typeface="Helvetica Neue"/>
              </a:defRPr>
            </a:lvl5pPr>
            <a:lvl6pPr>
              <a:defRPr sz="2175" b="1">
                <a:solidFill>
                  <a:srgbClr val="216B49"/>
                </a:solidFill>
                <a:latin typeface="Helvetica Neue"/>
                <a:ea typeface="Helvetica Neue"/>
                <a:cs typeface="Helvetica Neue"/>
              </a:defRPr>
            </a:lvl6pPr>
            <a:lvl7pPr>
              <a:defRPr sz="2175" b="1">
                <a:solidFill>
                  <a:srgbClr val="216B49"/>
                </a:solidFill>
                <a:latin typeface="Helvetica Neue"/>
                <a:ea typeface="Helvetica Neue"/>
                <a:cs typeface="Helvetica Neue"/>
              </a:defRPr>
            </a:lvl7pPr>
            <a:lvl8pPr>
              <a:defRPr sz="2175" b="1">
                <a:solidFill>
                  <a:srgbClr val="216B49"/>
                </a:solidFill>
                <a:latin typeface="Helvetica Neue"/>
                <a:ea typeface="Helvetica Neue"/>
                <a:cs typeface="Helvetica Neue"/>
              </a:defRPr>
            </a:lvl8pPr>
            <a:lvl9pPr>
              <a:defRPr sz="2175" b="1">
                <a:solidFill>
                  <a:srgbClr val="216B49"/>
                </a:solidFill>
                <a:latin typeface="Helvetica Neue"/>
                <a:ea typeface="Helvetica Neue"/>
                <a:cs typeface="Helvetica Neue"/>
              </a:defRPr>
            </a:lvl9pPr>
          </a:lstStyle>
          <a:p xmlns:a="http://schemas.openxmlformats.org/drawingml/2006/main">
            <a:pPr>
              <a:defRPr sz="2175" b="1">
                <a:solidFill>
                  <a:srgbClr val="216B49"/>
                </a:solidFill>
                <a:latin typeface="Helvetica Neue"/>
                <a:ea typeface="Helvetica Neue"/>
                <a:cs typeface="Helvetica Neue"/>
              </a:defRPr>
            </a:pPr>
            <a:r>
              <a:rPr sz="2175" b="1">
                <a:solidFill>
                  <a:srgbClr val="216B49"/>
                </a:solidFill>
                <a:latin typeface="Helvetica Neue"/>
                <a:ea typeface="Helvetica Neue"/>
                <a:cs typeface="Helvetica Neue"/>
              </a:rPr>
              <a:t>00:55</a:t>
            </a:r>
          </a:p>
        </p:txBody>
      </p:sp>
      <p:sp>
        <p:nvSpPr>
          <p:cNvPr id="10" name="text-96">
            <a:extLst xmlns:a="http://schemas.openxmlformats.org/drawingml/2006/main">
              <a:ext uri="{FF2B5EF4-FFF2-40B4-BE49-F238E27FC236}">
                <a16:creationId xmlns:a16="http://schemas.microsoft.com/office/drawing/2014/main" id="{4F0FEFC6-A826-4B29-B09B-C83C7EBF94FF}"/>
              </a:ext>
            </a:extLst>
          </p:cNvPr>
          <p:cNvSpPr>
            <a:spLocks xmlns:a="http://schemas.openxmlformats.org/drawingml/2006/main" noGrp="1"/>
          </p:cNvSpPr>
          <p:nvPr/>
        </p:nvSpPr>
        <p:spPr>
          <a:xfrm xmlns:a="http://schemas.openxmlformats.org/drawingml/2006/main">
            <a:off x="2286000" y="3343275"/>
            <a:ext cx="419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1414"/>
                </a:solidFill>
                <a:latin typeface="Helvetica Neue"/>
                <a:ea typeface="Helvetica Neue"/>
                <a:cs typeface="Helvetica Neue"/>
              </a:defRPr>
            </a:defPPr>
            <a:lvl1pPr>
              <a:defRPr sz="2250" b="1">
                <a:solidFill>
                  <a:srgbClr val="141414"/>
                </a:solidFill>
                <a:latin typeface="Helvetica Neue"/>
                <a:ea typeface="Helvetica Neue"/>
                <a:cs typeface="Helvetica Neue"/>
              </a:defRPr>
            </a:lvl1pPr>
            <a:lvl2pPr>
              <a:defRPr sz="2250" b="1">
                <a:solidFill>
                  <a:srgbClr val="141414"/>
                </a:solidFill>
                <a:latin typeface="Helvetica Neue"/>
                <a:ea typeface="Helvetica Neue"/>
                <a:cs typeface="Helvetica Neue"/>
              </a:defRPr>
            </a:lvl2pPr>
            <a:lvl3pPr>
              <a:defRPr sz="2250" b="1">
                <a:solidFill>
                  <a:srgbClr val="141414"/>
                </a:solidFill>
                <a:latin typeface="Helvetica Neue"/>
                <a:ea typeface="Helvetica Neue"/>
                <a:cs typeface="Helvetica Neue"/>
              </a:defRPr>
            </a:lvl3pPr>
            <a:lvl4pPr>
              <a:defRPr sz="2250" b="1">
                <a:solidFill>
                  <a:srgbClr val="141414"/>
                </a:solidFill>
                <a:latin typeface="Helvetica Neue"/>
                <a:ea typeface="Helvetica Neue"/>
                <a:cs typeface="Helvetica Neue"/>
              </a:defRPr>
            </a:lvl4pPr>
            <a:lvl5pPr>
              <a:defRPr sz="2250" b="1">
                <a:solidFill>
                  <a:srgbClr val="141414"/>
                </a:solidFill>
                <a:latin typeface="Helvetica Neue"/>
                <a:ea typeface="Helvetica Neue"/>
                <a:cs typeface="Helvetica Neue"/>
              </a:defRPr>
            </a:lvl5pPr>
            <a:lvl6pPr>
              <a:defRPr sz="2250" b="1">
                <a:solidFill>
                  <a:srgbClr val="141414"/>
                </a:solidFill>
                <a:latin typeface="Helvetica Neue"/>
                <a:ea typeface="Helvetica Neue"/>
                <a:cs typeface="Helvetica Neue"/>
              </a:defRPr>
            </a:lvl6pPr>
            <a:lvl7pPr>
              <a:defRPr sz="2250" b="1">
                <a:solidFill>
                  <a:srgbClr val="141414"/>
                </a:solidFill>
                <a:latin typeface="Helvetica Neue"/>
                <a:ea typeface="Helvetica Neue"/>
                <a:cs typeface="Helvetica Neue"/>
              </a:defRPr>
            </a:lvl7pPr>
            <a:lvl8pPr>
              <a:defRPr sz="2250" b="1">
                <a:solidFill>
                  <a:srgbClr val="141414"/>
                </a:solidFill>
                <a:latin typeface="Helvetica Neue"/>
                <a:ea typeface="Helvetica Neue"/>
                <a:cs typeface="Helvetica Neue"/>
              </a:defRPr>
            </a:lvl8pPr>
            <a:lvl9pPr>
              <a:defRPr sz="2250" b="1">
                <a:solidFill>
                  <a:srgbClr val="141414"/>
                </a:solidFill>
                <a:latin typeface="Helvetica Neue"/>
                <a:ea typeface="Helvetica Neue"/>
                <a:cs typeface="Helvetica Neue"/>
              </a:defRPr>
            </a:lvl9pPr>
          </a:lstStyle>
          <a:p xmlns:a="http://schemas.openxmlformats.org/drawingml/2006/main">
            <a:pPr>
              <a:defRPr sz="2250" b="1">
                <a:solidFill>
                  <a:srgbClr val="141414"/>
                </a:solidFill>
                <a:latin typeface="Helvetica Neue"/>
                <a:ea typeface="Helvetica Neue"/>
                <a:cs typeface="Helvetica Neue"/>
              </a:defRPr>
            </a:pPr>
            <a:r>
              <a:rPr sz="2250" b="1">
                <a:solidFill>
                  <a:srgbClr val="141414"/>
                </a:solidFill>
                <a:latin typeface="Helvetica Neue"/>
                <a:ea typeface="Helvetica Neue"/>
                <a:cs typeface="Helvetica Neue"/>
              </a:rPr>
              <a:t>Pause, end and review</a:t>
            </a:r>
          </a:p>
        </p:txBody>
      </p:sp>
      <p:sp>
        <p:nvSpPr>
          <p:cNvPr id="11" name="text-97">
            <a:extLst xmlns:a="http://schemas.openxmlformats.org/drawingml/2006/main">
              <a:ext uri="{FF2B5EF4-FFF2-40B4-BE49-F238E27FC236}">
                <a16:creationId xmlns:a16="http://schemas.microsoft.com/office/drawing/2014/main" id="{5979FC80-9C59-44CF-97B1-80C5C76E4576}"/>
              </a:ext>
            </a:extLst>
          </p:cNvPr>
          <p:cNvSpPr>
            <a:spLocks xmlns:a="http://schemas.openxmlformats.org/drawingml/2006/main" noGrp="1"/>
          </p:cNvSpPr>
          <p:nvPr/>
        </p:nvSpPr>
        <p:spPr>
          <a:xfrm xmlns:a="http://schemas.openxmlformats.org/drawingml/2006/main">
            <a:off x="6762750" y="3343275"/>
            <a:ext cx="4667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D6560"/>
                </a:solidFill>
                <a:latin typeface="Helvetica Neue"/>
                <a:ea typeface="Helvetica Neue"/>
                <a:cs typeface="Helvetica Neue"/>
              </a:defRPr>
            </a:defPPr>
            <a:lvl1pPr>
              <a:defRPr sz="1875" b="0">
                <a:solidFill>
                  <a:srgbClr val="5D6560"/>
                </a:solidFill>
                <a:latin typeface="Helvetica Neue"/>
                <a:ea typeface="Helvetica Neue"/>
                <a:cs typeface="Helvetica Neue"/>
              </a:defRPr>
            </a:lvl1pPr>
            <a:lvl2pPr>
              <a:defRPr sz="1875" b="0">
                <a:solidFill>
                  <a:srgbClr val="5D6560"/>
                </a:solidFill>
                <a:latin typeface="Helvetica Neue"/>
                <a:ea typeface="Helvetica Neue"/>
                <a:cs typeface="Helvetica Neue"/>
              </a:defRPr>
            </a:lvl2pPr>
            <a:lvl3pPr>
              <a:defRPr sz="1875" b="0">
                <a:solidFill>
                  <a:srgbClr val="5D6560"/>
                </a:solidFill>
                <a:latin typeface="Helvetica Neue"/>
                <a:ea typeface="Helvetica Neue"/>
                <a:cs typeface="Helvetica Neue"/>
              </a:defRPr>
            </a:lvl3pPr>
            <a:lvl4pPr>
              <a:defRPr sz="1875" b="0">
                <a:solidFill>
                  <a:srgbClr val="5D6560"/>
                </a:solidFill>
                <a:latin typeface="Helvetica Neue"/>
                <a:ea typeface="Helvetica Neue"/>
                <a:cs typeface="Helvetica Neue"/>
              </a:defRPr>
            </a:lvl4pPr>
            <a:lvl5pPr>
              <a:defRPr sz="1875" b="0">
                <a:solidFill>
                  <a:srgbClr val="5D6560"/>
                </a:solidFill>
                <a:latin typeface="Helvetica Neue"/>
                <a:ea typeface="Helvetica Neue"/>
                <a:cs typeface="Helvetica Neue"/>
              </a:defRPr>
            </a:lvl5pPr>
            <a:lvl6pPr>
              <a:defRPr sz="1875" b="0">
                <a:solidFill>
                  <a:srgbClr val="5D6560"/>
                </a:solidFill>
                <a:latin typeface="Helvetica Neue"/>
                <a:ea typeface="Helvetica Neue"/>
                <a:cs typeface="Helvetica Neue"/>
              </a:defRPr>
            </a:lvl6pPr>
            <a:lvl7pPr>
              <a:defRPr sz="1875" b="0">
                <a:solidFill>
                  <a:srgbClr val="5D6560"/>
                </a:solidFill>
                <a:latin typeface="Helvetica Neue"/>
                <a:ea typeface="Helvetica Neue"/>
                <a:cs typeface="Helvetica Neue"/>
              </a:defRPr>
            </a:lvl7pPr>
            <a:lvl8pPr>
              <a:defRPr sz="1875" b="0">
                <a:solidFill>
                  <a:srgbClr val="5D6560"/>
                </a:solidFill>
                <a:latin typeface="Helvetica Neue"/>
                <a:ea typeface="Helvetica Neue"/>
                <a:cs typeface="Helvetica Neue"/>
              </a:defRPr>
            </a:lvl8pPr>
            <a:lvl9pPr>
              <a:defRPr sz="1875" b="0">
                <a:solidFill>
                  <a:srgbClr val="5D6560"/>
                </a:solidFill>
                <a:latin typeface="Helvetica Neue"/>
                <a:ea typeface="Helvetica Neue"/>
                <a:cs typeface="Helvetica Neue"/>
              </a:defRPr>
            </a:lvl9pPr>
          </a:lstStyle>
          <a:p xmlns:a="http://schemas.openxmlformats.org/drawingml/2006/main">
            <a:pPr>
              <a:defRPr sz="1875" b="0">
                <a:solidFill>
                  <a:srgbClr val="5D6560"/>
                </a:solidFill>
                <a:latin typeface="Helvetica Neue"/>
                <a:ea typeface="Helvetica Neue"/>
                <a:cs typeface="Helvetica Neue"/>
              </a:defRPr>
            </a:pPr>
            <a:r>
              <a:rPr sz="1875" b="0">
                <a:solidFill>
                  <a:srgbClr val="5D6560"/>
                </a:solidFill>
                <a:latin typeface="Helvetica Neue"/>
                <a:ea typeface="Helvetica Neue"/>
                <a:cs typeface="Helvetica Neue"/>
              </a:rPr>
              <a:t>Keep controls available and preserve source labels.</a:t>
            </a:r>
          </a:p>
        </p:txBody>
      </p:sp>
      <p:sp>
        <p:nvSpPr>
          <p:cNvPr id="12" name="text-98">
            <a:extLst xmlns:a="http://schemas.openxmlformats.org/drawingml/2006/main">
              <a:ext uri="{FF2B5EF4-FFF2-40B4-BE49-F238E27FC236}">
                <a16:creationId xmlns:a16="http://schemas.microsoft.com/office/drawing/2014/main" id="{D627F0B0-FD47-4E27-92AC-0DBDFC15F642}"/>
              </a:ext>
            </a:extLst>
          </p:cNvPr>
          <p:cNvSpPr>
            <a:spLocks xmlns:a="http://schemas.openxmlformats.org/drawingml/2006/main" noGrp="1"/>
          </p:cNvSpPr>
          <p:nvPr/>
        </p:nvSpPr>
        <p:spPr>
          <a:xfrm xmlns:a="http://schemas.openxmlformats.org/drawingml/2006/main">
            <a:off x="762000" y="4181475"/>
            <a:ext cx="104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16B49"/>
                </a:solidFill>
                <a:latin typeface="Helvetica Neue"/>
                <a:ea typeface="Helvetica Neue"/>
                <a:cs typeface="Helvetica Neue"/>
              </a:defRPr>
            </a:defPPr>
            <a:lvl1pPr>
              <a:defRPr sz="2175" b="1">
                <a:solidFill>
                  <a:srgbClr val="216B49"/>
                </a:solidFill>
                <a:latin typeface="Helvetica Neue"/>
                <a:ea typeface="Helvetica Neue"/>
                <a:cs typeface="Helvetica Neue"/>
              </a:defRPr>
            </a:lvl1pPr>
            <a:lvl2pPr>
              <a:defRPr sz="2175" b="1">
                <a:solidFill>
                  <a:srgbClr val="216B49"/>
                </a:solidFill>
                <a:latin typeface="Helvetica Neue"/>
                <a:ea typeface="Helvetica Neue"/>
                <a:cs typeface="Helvetica Neue"/>
              </a:defRPr>
            </a:lvl2pPr>
            <a:lvl3pPr>
              <a:defRPr sz="2175" b="1">
                <a:solidFill>
                  <a:srgbClr val="216B49"/>
                </a:solidFill>
                <a:latin typeface="Helvetica Neue"/>
                <a:ea typeface="Helvetica Neue"/>
                <a:cs typeface="Helvetica Neue"/>
              </a:defRPr>
            </a:lvl3pPr>
            <a:lvl4pPr>
              <a:defRPr sz="2175" b="1">
                <a:solidFill>
                  <a:srgbClr val="216B49"/>
                </a:solidFill>
                <a:latin typeface="Helvetica Neue"/>
                <a:ea typeface="Helvetica Neue"/>
                <a:cs typeface="Helvetica Neue"/>
              </a:defRPr>
            </a:lvl4pPr>
            <a:lvl5pPr>
              <a:defRPr sz="2175" b="1">
                <a:solidFill>
                  <a:srgbClr val="216B49"/>
                </a:solidFill>
                <a:latin typeface="Helvetica Neue"/>
                <a:ea typeface="Helvetica Neue"/>
                <a:cs typeface="Helvetica Neue"/>
              </a:defRPr>
            </a:lvl5pPr>
            <a:lvl6pPr>
              <a:defRPr sz="2175" b="1">
                <a:solidFill>
                  <a:srgbClr val="216B49"/>
                </a:solidFill>
                <a:latin typeface="Helvetica Neue"/>
                <a:ea typeface="Helvetica Neue"/>
                <a:cs typeface="Helvetica Neue"/>
              </a:defRPr>
            </a:lvl6pPr>
            <a:lvl7pPr>
              <a:defRPr sz="2175" b="1">
                <a:solidFill>
                  <a:srgbClr val="216B49"/>
                </a:solidFill>
                <a:latin typeface="Helvetica Neue"/>
                <a:ea typeface="Helvetica Neue"/>
                <a:cs typeface="Helvetica Neue"/>
              </a:defRPr>
            </a:lvl7pPr>
            <a:lvl8pPr>
              <a:defRPr sz="2175" b="1">
                <a:solidFill>
                  <a:srgbClr val="216B49"/>
                </a:solidFill>
                <a:latin typeface="Helvetica Neue"/>
                <a:ea typeface="Helvetica Neue"/>
                <a:cs typeface="Helvetica Neue"/>
              </a:defRPr>
            </a:lvl8pPr>
            <a:lvl9pPr>
              <a:defRPr sz="2175" b="1">
                <a:solidFill>
                  <a:srgbClr val="216B49"/>
                </a:solidFill>
                <a:latin typeface="Helvetica Neue"/>
                <a:ea typeface="Helvetica Neue"/>
                <a:cs typeface="Helvetica Neue"/>
              </a:defRPr>
            </a:lvl9pPr>
          </a:lstStyle>
          <a:p xmlns:a="http://schemas.openxmlformats.org/drawingml/2006/main">
            <a:pPr>
              <a:defRPr sz="2175" b="1">
                <a:solidFill>
                  <a:srgbClr val="216B49"/>
                </a:solidFill>
                <a:latin typeface="Helvetica Neue"/>
                <a:ea typeface="Helvetica Neue"/>
                <a:cs typeface="Helvetica Neue"/>
              </a:defRPr>
            </a:pPr>
            <a:r>
              <a:rPr sz="2175" b="1">
                <a:solidFill>
                  <a:srgbClr val="216B49"/>
                </a:solidFill>
                <a:latin typeface="Helvetica Neue"/>
                <a:ea typeface="Helvetica Neue"/>
                <a:cs typeface="Helvetica Neue"/>
              </a:rPr>
              <a:t>01:20</a:t>
            </a:r>
          </a:p>
        </p:txBody>
      </p:sp>
      <p:sp>
        <p:nvSpPr>
          <p:cNvPr id="13" name="text-99">
            <a:extLst xmlns:a="http://schemas.openxmlformats.org/drawingml/2006/main">
              <a:ext uri="{FF2B5EF4-FFF2-40B4-BE49-F238E27FC236}">
                <a16:creationId xmlns:a16="http://schemas.microsoft.com/office/drawing/2014/main" id="{CC4A260D-033A-4070-AAED-8BDAAA8763EF}"/>
              </a:ext>
            </a:extLst>
          </p:cNvPr>
          <p:cNvSpPr>
            <a:spLocks xmlns:a="http://schemas.openxmlformats.org/drawingml/2006/main" noGrp="1"/>
          </p:cNvSpPr>
          <p:nvPr/>
        </p:nvSpPr>
        <p:spPr>
          <a:xfrm xmlns:a="http://schemas.openxmlformats.org/drawingml/2006/main">
            <a:off x="2286000" y="4181475"/>
            <a:ext cx="419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1414"/>
                </a:solidFill>
                <a:latin typeface="Helvetica Neue"/>
                <a:ea typeface="Helvetica Neue"/>
                <a:cs typeface="Helvetica Neue"/>
              </a:defRPr>
            </a:defPPr>
            <a:lvl1pPr>
              <a:defRPr sz="2250" b="1">
                <a:solidFill>
                  <a:srgbClr val="141414"/>
                </a:solidFill>
                <a:latin typeface="Helvetica Neue"/>
                <a:ea typeface="Helvetica Neue"/>
                <a:cs typeface="Helvetica Neue"/>
              </a:defRPr>
            </a:lvl1pPr>
            <a:lvl2pPr>
              <a:defRPr sz="2250" b="1">
                <a:solidFill>
                  <a:srgbClr val="141414"/>
                </a:solidFill>
                <a:latin typeface="Helvetica Neue"/>
                <a:ea typeface="Helvetica Neue"/>
                <a:cs typeface="Helvetica Neue"/>
              </a:defRPr>
            </a:lvl2pPr>
            <a:lvl3pPr>
              <a:defRPr sz="2250" b="1">
                <a:solidFill>
                  <a:srgbClr val="141414"/>
                </a:solidFill>
                <a:latin typeface="Helvetica Neue"/>
                <a:ea typeface="Helvetica Neue"/>
                <a:cs typeface="Helvetica Neue"/>
              </a:defRPr>
            </a:lvl3pPr>
            <a:lvl4pPr>
              <a:defRPr sz="2250" b="1">
                <a:solidFill>
                  <a:srgbClr val="141414"/>
                </a:solidFill>
                <a:latin typeface="Helvetica Neue"/>
                <a:ea typeface="Helvetica Neue"/>
                <a:cs typeface="Helvetica Neue"/>
              </a:defRPr>
            </a:lvl4pPr>
            <a:lvl5pPr>
              <a:defRPr sz="2250" b="1">
                <a:solidFill>
                  <a:srgbClr val="141414"/>
                </a:solidFill>
                <a:latin typeface="Helvetica Neue"/>
                <a:ea typeface="Helvetica Neue"/>
                <a:cs typeface="Helvetica Neue"/>
              </a:defRPr>
            </a:lvl5pPr>
            <a:lvl6pPr>
              <a:defRPr sz="2250" b="1">
                <a:solidFill>
                  <a:srgbClr val="141414"/>
                </a:solidFill>
                <a:latin typeface="Helvetica Neue"/>
                <a:ea typeface="Helvetica Neue"/>
                <a:cs typeface="Helvetica Neue"/>
              </a:defRPr>
            </a:lvl6pPr>
            <a:lvl7pPr>
              <a:defRPr sz="2250" b="1">
                <a:solidFill>
                  <a:srgbClr val="141414"/>
                </a:solidFill>
                <a:latin typeface="Helvetica Neue"/>
                <a:ea typeface="Helvetica Neue"/>
                <a:cs typeface="Helvetica Neue"/>
              </a:defRPr>
            </a:lvl7pPr>
            <a:lvl8pPr>
              <a:defRPr sz="2250" b="1">
                <a:solidFill>
                  <a:srgbClr val="141414"/>
                </a:solidFill>
                <a:latin typeface="Helvetica Neue"/>
                <a:ea typeface="Helvetica Neue"/>
                <a:cs typeface="Helvetica Neue"/>
              </a:defRPr>
            </a:lvl8pPr>
            <a:lvl9pPr>
              <a:defRPr sz="2250" b="1">
                <a:solidFill>
                  <a:srgbClr val="141414"/>
                </a:solidFill>
                <a:latin typeface="Helvetica Neue"/>
                <a:ea typeface="Helvetica Neue"/>
                <a:cs typeface="Helvetica Neue"/>
              </a:defRPr>
            </a:lvl9pPr>
          </a:lstStyle>
          <a:p xmlns:a="http://schemas.openxmlformats.org/drawingml/2006/main">
            <a:pPr>
              <a:defRPr sz="2250" b="1">
                <a:solidFill>
                  <a:srgbClr val="141414"/>
                </a:solidFill>
                <a:latin typeface="Helvetica Neue"/>
                <a:ea typeface="Helvetica Neue"/>
                <a:cs typeface="Helvetica Neue"/>
              </a:defRPr>
            </a:pPr>
            <a:r>
              <a:rPr sz="2250" b="1">
                <a:solidFill>
                  <a:srgbClr val="141414"/>
                </a:solidFill>
                <a:latin typeface="Helvetica Neue"/>
                <a:ea typeface="Helvetica Neue"/>
                <a:cs typeface="Helvetica Neue"/>
              </a:rPr>
              <a:t>Skills and Coach</a:t>
            </a:r>
          </a:p>
        </p:txBody>
      </p:sp>
      <p:sp>
        <p:nvSpPr>
          <p:cNvPr id="14" name="text-100">
            <a:extLst xmlns:a="http://schemas.openxmlformats.org/drawingml/2006/main">
              <a:ext uri="{FF2B5EF4-FFF2-40B4-BE49-F238E27FC236}">
                <a16:creationId xmlns:a16="http://schemas.microsoft.com/office/drawing/2014/main" id="{607A45A0-2790-4A4E-A662-B31B6B486D46}"/>
              </a:ext>
            </a:extLst>
          </p:cNvPr>
          <p:cNvSpPr>
            <a:spLocks xmlns:a="http://schemas.openxmlformats.org/drawingml/2006/main" noGrp="1"/>
          </p:cNvSpPr>
          <p:nvPr/>
        </p:nvSpPr>
        <p:spPr>
          <a:xfrm xmlns:a="http://schemas.openxmlformats.org/drawingml/2006/main">
            <a:off x="6762750" y="4181475"/>
            <a:ext cx="4667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D6560"/>
                </a:solidFill>
                <a:latin typeface="Helvetica Neue"/>
                <a:ea typeface="Helvetica Neue"/>
                <a:cs typeface="Helvetica Neue"/>
              </a:defRPr>
            </a:defPPr>
            <a:lvl1pPr>
              <a:defRPr sz="1875" b="0">
                <a:solidFill>
                  <a:srgbClr val="5D6560"/>
                </a:solidFill>
                <a:latin typeface="Helvetica Neue"/>
                <a:ea typeface="Helvetica Neue"/>
                <a:cs typeface="Helvetica Neue"/>
              </a:defRPr>
            </a:lvl1pPr>
            <a:lvl2pPr>
              <a:defRPr sz="1875" b="0">
                <a:solidFill>
                  <a:srgbClr val="5D6560"/>
                </a:solidFill>
                <a:latin typeface="Helvetica Neue"/>
                <a:ea typeface="Helvetica Neue"/>
                <a:cs typeface="Helvetica Neue"/>
              </a:defRPr>
            </a:lvl2pPr>
            <a:lvl3pPr>
              <a:defRPr sz="1875" b="0">
                <a:solidFill>
                  <a:srgbClr val="5D6560"/>
                </a:solidFill>
                <a:latin typeface="Helvetica Neue"/>
                <a:ea typeface="Helvetica Neue"/>
                <a:cs typeface="Helvetica Neue"/>
              </a:defRPr>
            </a:lvl3pPr>
            <a:lvl4pPr>
              <a:defRPr sz="1875" b="0">
                <a:solidFill>
                  <a:srgbClr val="5D6560"/>
                </a:solidFill>
                <a:latin typeface="Helvetica Neue"/>
                <a:ea typeface="Helvetica Neue"/>
                <a:cs typeface="Helvetica Neue"/>
              </a:defRPr>
            </a:lvl4pPr>
            <a:lvl5pPr>
              <a:defRPr sz="1875" b="0">
                <a:solidFill>
                  <a:srgbClr val="5D6560"/>
                </a:solidFill>
                <a:latin typeface="Helvetica Neue"/>
                <a:ea typeface="Helvetica Neue"/>
                <a:cs typeface="Helvetica Neue"/>
              </a:defRPr>
            </a:lvl5pPr>
            <a:lvl6pPr>
              <a:defRPr sz="1875" b="0">
                <a:solidFill>
                  <a:srgbClr val="5D6560"/>
                </a:solidFill>
                <a:latin typeface="Helvetica Neue"/>
                <a:ea typeface="Helvetica Neue"/>
                <a:cs typeface="Helvetica Neue"/>
              </a:defRPr>
            </a:lvl6pPr>
            <a:lvl7pPr>
              <a:defRPr sz="1875" b="0">
                <a:solidFill>
                  <a:srgbClr val="5D6560"/>
                </a:solidFill>
                <a:latin typeface="Helvetica Neue"/>
                <a:ea typeface="Helvetica Neue"/>
                <a:cs typeface="Helvetica Neue"/>
              </a:defRPr>
            </a:lvl7pPr>
            <a:lvl8pPr>
              <a:defRPr sz="1875" b="0">
                <a:solidFill>
                  <a:srgbClr val="5D6560"/>
                </a:solidFill>
                <a:latin typeface="Helvetica Neue"/>
                <a:ea typeface="Helvetica Neue"/>
                <a:cs typeface="Helvetica Neue"/>
              </a:defRPr>
            </a:lvl8pPr>
            <a:lvl9pPr>
              <a:defRPr sz="1875" b="0">
                <a:solidFill>
                  <a:srgbClr val="5D6560"/>
                </a:solidFill>
                <a:latin typeface="Helvetica Neue"/>
                <a:ea typeface="Helvetica Neue"/>
                <a:cs typeface="Helvetica Neue"/>
              </a:defRPr>
            </a:lvl9pPr>
          </a:lstStyle>
          <a:p xmlns:a="http://schemas.openxmlformats.org/drawingml/2006/main">
            <a:pPr>
              <a:defRPr sz="1875" b="0">
                <a:solidFill>
                  <a:srgbClr val="5D6560"/>
                </a:solidFill>
                <a:latin typeface="Helvetica Neue"/>
                <a:ea typeface="Helvetica Neue"/>
                <a:cs typeface="Helvetica Neue"/>
              </a:defRPr>
            </a:pPr>
            <a:r>
              <a:rPr sz="1875" b="0">
                <a:solidFill>
                  <a:srgbClr val="5D6560"/>
                </a:solidFill>
                <a:latin typeface="Helvetica Neue"/>
                <a:ea typeface="Helvetica Neue"/>
                <a:cs typeface="Helvetica Neue"/>
              </a:rPr>
              <a:t>Show prerequisites, then an explicit request action.</a:t>
            </a:r>
          </a:p>
        </p:txBody>
      </p:sp>
      <p:sp>
        <p:nvSpPr>
          <p:cNvPr id="15" name="text-101">
            <a:extLst xmlns:a="http://schemas.openxmlformats.org/drawingml/2006/main">
              <a:ext uri="{FF2B5EF4-FFF2-40B4-BE49-F238E27FC236}">
                <a16:creationId xmlns:a16="http://schemas.microsoft.com/office/drawing/2014/main" id="{D0F641B1-1CEF-4382-A17F-82B503B099B4}"/>
              </a:ext>
            </a:extLst>
          </p:cNvPr>
          <p:cNvSpPr>
            <a:spLocks xmlns:a="http://schemas.openxmlformats.org/drawingml/2006/main" noGrp="1"/>
          </p:cNvSpPr>
          <p:nvPr/>
        </p:nvSpPr>
        <p:spPr>
          <a:xfrm xmlns:a="http://schemas.openxmlformats.org/drawingml/2006/main">
            <a:off x="762000" y="5019675"/>
            <a:ext cx="104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16B49"/>
                </a:solidFill>
                <a:latin typeface="Helvetica Neue"/>
                <a:ea typeface="Helvetica Neue"/>
                <a:cs typeface="Helvetica Neue"/>
              </a:defRPr>
            </a:defPPr>
            <a:lvl1pPr>
              <a:defRPr sz="2175" b="1">
                <a:solidFill>
                  <a:srgbClr val="216B49"/>
                </a:solidFill>
                <a:latin typeface="Helvetica Neue"/>
                <a:ea typeface="Helvetica Neue"/>
                <a:cs typeface="Helvetica Neue"/>
              </a:defRPr>
            </a:lvl1pPr>
            <a:lvl2pPr>
              <a:defRPr sz="2175" b="1">
                <a:solidFill>
                  <a:srgbClr val="216B49"/>
                </a:solidFill>
                <a:latin typeface="Helvetica Neue"/>
                <a:ea typeface="Helvetica Neue"/>
                <a:cs typeface="Helvetica Neue"/>
              </a:defRPr>
            </a:lvl2pPr>
            <a:lvl3pPr>
              <a:defRPr sz="2175" b="1">
                <a:solidFill>
                  <a:srgbClr val="216B49"/>
                </a:solidFill>
                <a:latin typeface="Helvetica Neue"/>
                <a:ea typeface="Helvetica Neue"/>
                <a:cs typeface="Helvetica Neue"/>
              </a:defRPr>
            </a:lvl3pPr>
            <a:lvl4pPr>
              <a:defRPr sz="2175" b="1">
                <a:solidFill>
                  <a:srgbClr val="216B49"/>
                </a:solidFill>
                <a:latin typeface="Helvetica Neue"/>
                <a:ea typeface="Helvetica Neue"/>
                <a:cs typeface="Helvetica Neue"/>
              </a:defRPr>
            </a:lvl4pPr>
            <a:lvl5pPr>
              <a:defRPr sz="2175" b="1">
                <a:solidFill>
                  <a:srgbClr val="216B49"/>
                </a:solidFill>
                <a:latin typeface="Helvetica Neue"/>
                <a:ea typeface="Helvetica Neue"/>
                <a:cs typeface="Helvetica Neue"/>
              </a:defRPr>
            </a:lvl5pPr>
            <a:lvl6pPr>
              <a:defRPr sz="2175" b="1">
                <a:solidFill>
                  <a:srgbClr val="216B49"/>
                </a:solidFill>
                <a:latin typeface="Helvetica Neue"/>
                <a:ea typeface="Helvetica Neue"/>
                <a:cs typeface="Helvetica Neue"/>
              </a:defRPr>
            </a:lvl6pPr>
            <a:lvl7pPr>
              <a:defRPr sz="2175" b="1">
                <a:solidFill>
                  <a:srgbClr val="216B49"/>
                </a:solidFill>
                <a:latin typeface="Helvetica Neue"/>
                <a:ea typeface="Helvetica Neue"/>
                <a:cs typeface="Helvetica Neue"/>
              </a:defRPr>
            </a:lvl7pPr>
            <a:lvl8pPr>
              <a:defRPr sz="2175" b="1">
                <a:solidFill>
                  <a:srgbClr val="216B49"/>
                </a:solidFill>
                <a:latin typeface="Helvetica Neue"/>
                <a:ea typeface="Helvetica Neue"/>
                <a:cs typeface="Helvetica Neue"/>
              </a:defRPr>
            </a:lvl8pPr>
            <a:lvl9pPr>
              <a:defRPr sz="2175" b="1">
                <a:solidFill>
                  <a:srgbClr val="216B49"/>
                </a:solidFill>
                <a:latin typeface="Helvetica Neue"/>
                <a:ea typeface="Helvetica Neue"/>
                <a:cs typeface="Helvetica Neue"/>
              </a:defRPr>
            </a:lvl9pPr>
          </a:lstStyle>
          <a:p xmlns:a="http://schemas.openxmlformats.org/drawingml/2006/main">
            <a:pPr>
              <a:defRPr sz="2175" b="1">
                <a:solidFill>
                  <a:srgbClr val="216B49"/>
                </a:solidFill>
                <a:latin typeface="Helvetica Neue"/>
                <a:ea typeface="Helvetica Neue"/>
                <a:cs typeface="Helvetica Neue"/>
              </a:defRPr>
            </a:pPr>
            <a:r>
              <a:rPr sz="2175" b="1">
                <a:solidFill>
                  <a:srgbClr val="216B49"/>
                </a:solidFill>
                <a:latin typeface="Helvetica Neue"/>
                <a:ea typeface="Helvetica Neue"/>
                <a:cs typeface="Helvetica Neue"/>
              </a:rPr>
              <a:t>01:45</a:t>
            </a:r>
          </a:p>
        </p:txBody>
      </p:sp>
      <p:sp>
        <p:nvSpPr>
          <p:cNvPr id="16" name="text-102">
            <a:extLst xmlns:a="http://schemas.openxmlformats.org/drawingml/2006/main">
              <a:ext uri="{FF2B5EF4-FFF2-40B4-BE49-F238E27FC236}">
                <a16:creationId xmlns:a16="http://schemas.microsoft.com/office/drawing/2014/main" id="{B2B78698-1111-4666-ADE2-047AE0E509ED}"/>
              </a:ext>
            </a:extLst>
          </p:cNvPr>
          <p:cNvSpPr>
            <a:spLocks xmlns:a="http://schemas.openxmlformats.org/drawingml/2006/main" noGrp="1"/>
          </p:cNvSpPr>
          <p:nvPr/>
        </p:nvSpPr>
        <p:spPr>
          <a:xfrm xmlns:a="http://schemas.openxmlformats.org/drawingml/2006/main">
            <a:off x="2286000" y="5019675"/>
            <a:ext cx="419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1414"/>
                </a:solidFill>
                <a:latin typeface="Helvetica Neue"/>
                <a:ea typeface="Helvetica Neue"/>
                <a:cs typeface="Helvetica Neue"/>
              </a:defRPr>
            </a:defPPr>
            <a:lvl1pPr>
              <a:defRPr sz="2250" b="1">
                <a:solidFill>
                  <a:srgbClr val="141414"/>
                </a:solidFill>
                <a:latin typeface="Helvetica Neue"/>
                <a:ea typeface="Helvetica Neue"/>
                <a:cs typeface="Helvetica Neue"/>
              </a:defRPr>
            </a:lvl1pPr>
            <a:lvl2pPr>
              <a:defRPr sz="2250" b="1">
                <a:solidFill>
                  <a:srgbClr val="141414"/>
                </a:solidFill>
                <a:latin typeface="Helvetica Neue"/>
                <a:ea typeface="Helvetica Neue"/>
                <a:cs typeface="Helvetica Neue"/>
              </a:defRPr>
            </a:lvl2pPr>
            <a:lvl3pPr>
              <a:defRPr sz="2250" b="1">
                <a:solidFill>
                  <a:srgbClr val="141414"/>
                </a:solidFill>
                <a:latin typeface="Helvetica Neue"/>
                <a:ea typeface="Helvetica Neue"/>
                <a:cs typeface="Helvetica Neue"/>
              </a:defRPr>
            </a:lvl3pPr>
            <a:lvl4pPr>
              <a:defRPr sz="2250" b="1">
                <a:solidFill>
                  <a:srgbClr val="141414"/>
                </a:solidFill>
                <a:latin typeface="Helvetica Neue"/>
                <a:ea typeface="Helvetica Neue"/>
                <a:cs typeface="Helvetica Neue"/>
              </a:defRPr>
            </a:lvl4pPr>
            <a:lvl5pPr>
              <a:defRPr sz="2250" b="1">
                <a:solidFill>
                  <a:srgbClr val="141414"/>
                </a:solidFill>
                <a:latin typeface="Helvetica Neue"/>
                <a:ea typeface="Helvetica Neue"/>
                <a:cs typeface="Helvetica Neue"/>
              </a:defRPr>
            </a:lvl5pPr>
            <a:lvl6pPr>
              <a:defRPr sz="2250" b="1">
                <a:solidFill>
                  <a:srgbClr val="141414"/>
                </a:solidFill>
                <a:latin typeface="Helvetica Neue"/>
                <a:ea typeface="Helvetica Neue"/>
                <a:cs typeface="Helvetica Neue"/>
              </a:defRPr>
            </a:lvl6pPr>
            <a:lvl7pPr>
              <a:defRPr sz="2250" b="1">
                <a:solidFill>
                  <a:srgbClr val="141414"/>
                </a:solidFill>
                <a:latin typeface="Helvetica Neue"/>
                <a:ea typeface="Helvetica Neue"/>
                <a:cs typeface="Helvetica Neue"/>
              </a:defRPr>
            </a:lvl7pPr>
            <a:lvl8pPr>
              <a:defRPr sz="2250" b="1">
                <a:solidFill>
                  <a:srgbClr val="141414"/>
                </a:solidFill>
                <a:latin typeface="Helvetica Neue"/>
                <a:ea typeface="Helvetica Neue"/>
                <a:cs typeface="Helvetica Neue"/>
              </a:defRPr>
            </a:lvl8pPr>
            <a:lvl9pPr>
              <a:defRPr sz="2250" b="1">
                <a:solidFill>
                  <a:srgbClr val="141414"/>
                </a:solidFill>
                <a:latin typeface="Helvetica Neue"/>
                <a:ea typeface="Helvetica Neue"/>
                <a:cs typeface="Helvetica Neue"/>
              </a:defRPr>
            </a:lvl9pPr>
          </a:lstStyle>
          <a:p xmlns:a="http://schemas.openxmlformats.org/drawingml/2006/main">
            <a:pPr>
              <a:defRPr sz="2250" b="1">
                <a:solidFill>
                  <a:srgbClr val="141414"/>
                </a:solidFill>
                <a:latin typeface="Helvetica Neue"/>
                <a:ea typeface="Helvetica Neue"/>
                <a:cs typeface="Helvetica Neue"/>
              </a:defRPr>
            </a:pPr>
            <a:r>
              <a:rPr sz="2250" b="1">
                <a:solidFill>
                  <a:srgbClr val="141414"/>
                </a:solidFill>
                <a:latin typeface="Helvetica Neue"/>
                <a:ea typeface="Helvetica Neue"/>
                <a:cs typeface="Helvetica Neue"/>
              </a:rPr>
              <a:t>Evidence and next gates</a:t>
            </a:r>
          </a:p>
        </p:txBody>
      </p:sp>
      <p:sp>
        <p:nvSpPr>
          <p:cNvPr id="17" name="text-103">
            <a:extLst xmlns:a="http://schemas.openxmlformats.org/drawingml/2006/main">
              <a:ext uri="{FF2B5EF4-FFF2-40B4-BE49-F238E27FC236}">
                <a16:creationId xmlns:a16="http://schemas.microsoft.com/office/drawing/2014/main" id="{97CB358B-A091-48F9-90EF-8E666D925C0C}"/>
              </a:ext>
            </a:extLst>
          </p:cNvPr>
          <p:cNvSpPr>
            <a:spLocks xmlns:a="http://schemas.openxmlformats.org/drawingml/2006/main" noGrp="1"/>
          </p:cNvSpPr>
          <p:nvPr/>
        </p:nvSpPr>
        <p:spPr>
          <a:xfrm xmlns:a="http://schemas.openxmlformats.org/drawingml/2006/main">
            <a:off x="6762750" y="5019675"/>
            <a:ext cx="4667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D6560"/>
                </a:solidFill>
                <a:latin typeface="Helvetica Neue"/>
                <a:ea typeface="Helvetica Neue"/>
                <a:cs typeface="Helvetica Neue"/>
              </a:defRPr>
            </a:defPPr>
            <a:lvl1pPr>
              <a:defRPr sz="1875" b="0">
                <a:solidFill>
                  <a:srgbClr val="5D6560"/>
                </a:solidFill>
                <a:latin typeface="Helvetica Neue"/>
                <a:ea typeface="Helvetica Neue"/>
                <a:cs typeface="Helvetica Neue"/>
              </a:defRPr>
            </a:lvl1pPr>
            <a:lvl2pPr>
              <a:defRPr sz="1875" b="0">
                <a:solidFill>
                  <a:srgbClr val="5D6560"/>
                </a:solidFill>
                <a:latin typeface="Helvetica Neue"/>
                <a:ea typeface="Helvetica Neue"/>
                <a:cs typeface="Helvetica Neue"/>
              </a:defRPr>
            </a:lvl2pPr>
            <a:lvl3pPr>
              <a:defRPr sz="1875" b="0">
                <a:solidFill>
                  <a:srgbClr val="5D6560"/>
                </a:solidFill>
                <a:latin typeface="Helvetica Neue"/>
                <a:ea typeface="Helvetica Neue"/>
                <a:cs typeface="Helvetica Neue"/>
              </a:defRPr>
            </a:lvl3pPr>
            <a:lvl4pPr>
              <a:defRPr sz="1875" b="0">
                <a:solidFill>
                  <a:srgbClr val="5D6560"/>
                </a:solidFill>
                <a:latin typeface="Helvetica Neue"/>
                <a:ea typeface="Helvetica Neue"/>
                <a:cs typeface="Helvetica Neue"/>
              </a:defRPr>
            </a:lvl4pPr>
            <a:lvl5pPr>
              <a:defRPr sz="1875" b="0">
                <a:solidFill>
                  <a:srgbClr val="5D6560"/>
                </a:solidFill>
                <a:latin typeface="Helvetica Neue"/>
                <a:ea typeface="Helvetica Neue"/>
                <a:cs typeface="Helvetica Neue"/>
              </a:defRPr>
            </a:lvl5pPr>
            <a:lvl6pPr>
              <a:defRPr sz="1875" b="0">
                <a:solidFill>
                  <a:srgbClr val="5D6560"/>
                </a:solidFill>
                <a:latin typeface="Helvetica Neue"/>
                <a:ea typeface="Helvetica Neue"/>
                <a:cs typeface="Helvetica Neue"/>
              </a:defRPr>
            </a:lvl6pPr>
            <a:lvl7pPr>
              <a:defRPr sz="1875" b="0">
                <a:solidFill>
                  <a:srgbClr val="5D6560"/>
                </a:solidFill>
                <a:latin typeface="Helvetica Neue"/>
                <a:ea typeface="Helvetica Neue"/>
                <a:cs typeface="Helvetica Neue"/>
              </a:defRPr>
            </a:lvl7pPr>
            <a:lvl8pPr>
              <a:defRPr sz="1875" b="0">
                <a:solidFill>
                  <a:srgbClr val="5D6560"/>
                </a:solidFill>
                <a:latin typeface="Helvetica Neue"/>
                <a:ea typeface="Helvetica Neue"/>
                <a:cs typeface="Helvetica Neue"/>
              </a:defRPr>
            </a:lvl8pPr>
            <a:lvl9pPr>
              <a:defRPr sz="1875" b="0">
                <a:solidFill>
                  <a:srgbClr val="5D6560"/>
                </a:solidFill>
                <a:latin typeface="Helvetica Neue"/>
                <a:ea typeface="Helvetica Neue"/>
                <a:cs typeface="Helvetica Neue"/>
              </a:defRPr>
            </a:lvl9pPr>
          </a:lstStyle>
          <a:p xmlns:a="http://schemas.openxmlformats.org/drawingml/2006/main">
            <a:pPr>
              <a:defRPr sz="1875" b="0">
                <a:solidFill>
                  <a:srgbClr val="5D6560"/>
                </a:solidFill>
                <a:latin typeface="Helvetica Neue"/>
                <a:ea typeface="Helvetica Neue"/>
                <a:cs typeface="Helvetica Neue"/>
              </a:defRPr>
            </a:pPr>
            <a:r>
              <a:rPr sz="1875" b="0">
                <a:solidFill>
                  <a:srgbClr val="5D6560"/>
                </a:solidFill>
                <a:latin typeface="Helvetica Neue"/>
                <a:ea typeface="Helvetica Neue"/>
                <a:cs typeface="Helvetica Neue"/>
              </a:rPr>
              <a:t>Use the saved HR result and current provider status.</a:t>
            </a:r>
          </a:p>
        </p:txBody>
      </p:sp>
      <p:sp>
        <p:nvSpPr>
          <p:cNvPr id="18" name="text-104">
            <a:extLst xmlns:a="http://schemas.openxmlformats.org/drawingml/2006/main">
              <a:ext uri="{FF2B5EF4-FFF2-40B4-BE49-F238E27FC236}">
                <a16:creationId xmlns:a16="http://schemas.microsoft.com/office/drawing/2014/main" id="{402C77B1-8DD1-4917-BAE9-7A756FE1DDF9}"/>
              </a:ext>
            </a:extLst>
          </p:cNvPr>
          <p:cNvSpPr>
            <a:spLocks xmlns:a="http://schemas.openxmlformats.org/drawingml/2006/main" noGrp="1"/>
          </p:cNvSpPr>
          <p:nvPr/>
        </p:nvSpPr>
        <p:spPr>
          <a:xfrm xmlns:a="http://schemas.openxmlformats.org/drawingml/2006/main">
            <a:off x="762000" y="6048375"/>
            <a:ext cx="10096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D6560"/>
                </a:solidFill>
                <a:latin typeface="Helvetica Neue"/>
                <a:ea typeface="Helvetica Neue"/>
                <a:cs typeface="Helvetica Neue"/>
              </a:defRPr>
            </a:defPPr>
            <a:lvl1pPr>
              <a:defRPr sz="1800" b="0">
                <a:solidFill>
                  <a:srgbClr val="5D6560"/>
                </a:solidFill>
                <a:latin typeface="Helvetica Neue"/>
                <a:ea typeface="Helvetica Neue"/>
                <a:cs typeface="Helvetica Neue"/>
              </a:defRPr>
            </a:lvl1pPr>
            <a:lvl2pPr>
              <a:defRPr sz="1800" b="0">
                <a:solidFill>
                  <a:srgbClr val="5D6560"/>
                </a:solidFill>
                <a:latin typeface="Helvetica Neue"/>
                <a:ea typeface="Helvetica Neue"/>
                <a:cs typeface="Helvetica Neue"/>
              </a:defRPr>
            </a:lvl2pPr>
            <a:lvl3pPr>
              <a:defRPr sz="1800" b="0">
                <a:solidFill>
                  <a:srgbClr val="5D6560"/>
                </a:solidFill>
                <a:latin typeface="Helvetica Neue"/>
                <a:ea typeface="Helvetica Neue"/>
                <a:cs typeface="Helvetica Neue"/>
              </a:defRPr>
            </a:lvl3pPr>
            <a:lvl4pPr>
              <a:defRPr sz="1800" b="0">
                <a:solidFill>
                  <a:srgbClr val="5D6560"/>
                </a:solidFill>
                <a:latin typeface="Helvetica Neue"/>
                <a:ea typeface="Helvetica Neue"/>
                <a:cs typeface="Helvetica Neue"/>
              </a:defRPr>
            </a:lvl4pPr>
            <a:lvl5pPr>
              <a:defRPr sz="1800" b="0">
                <a:solidFill>
                  <a:srgbClr val="5D6560"/>
                </a:solidFill>
                <a:latin typeface="Helvetica Neue"/>
                <a:ea typeface="Helvetica Neue"/>
                <a:cs typeface="Helvetica Neue"/>
              </a:defRPr>
            </a:lvl5pPr>
            <a:lvl6pPr>
              <a:defRPr sz="1800" b="0">
                <a:solidFill>
                  <a:srgbClr val="5D6560"/>
                </a:solidFill>
                <a:latin typeface="Helvetica Neue"/>
                <a:ea typeface="Helvetica Neue"/>
                <a:cs typeface="Helvetica Neue"/>
              </a:defRPr>
            </a:lvl6pPr>
            <a:lvl7pPr>
              <a:defRPr sz="1800" b="0">
                <a:solidFill>
                  <a:srgbClr val="5D6560"/>
                </a:solidFill>
                <a:latin typeface="Helvetica Neue"/>
                <a:ea typeface="Helvetica Neue"/>
                <a:cs typeface="Helvetica Neue"/>
              </a:defRPr>
            </a:lvl7pPr>
            <a:lvl8pPr>
              <a:defRPr sz="1800" b="0">
                <a:solidFill>
                  <a:srgbClr val="5D6560"/>
                </a:solidFill>
                <a:latin typeface="Helvetica Neue"/>
                <a:ea typeface="Helvetica Neue"/>
                <a:cs typeface="Helvetica Neue"/>
              </a:defRPr>
            </a:lvl8pPr>
            <a:lvl9pPr>
              <a:defRPr sz="1800" b="0">
                <a:solidFill>
                  <a:srgbClr val="5D6560"/>
                </a:solidFill>
                <a:latin typeface="Helvetica Neue"/>
                <a:ea typeface="Helvetica Neue"/>
                <a:cs typeface="Helvetica Neue"/>
              </a:defRPr>
            </a:lvl9pPr>
          </a:lstStyle>
          <a:p xmlns:a="http://schemas.openxmlformats.org/drawingml/2006/main">
            <a:pPr>
              <a:defRPr sz="1800" b="0">
                <a:solidFill>
                  <a:srgbClr val="5D6560"/>
                </a:solidFill>
                <a:latin typeface="Helvetica Neue"/>
                <a:ea typeface="Helvetica Neue"/>
                <a:cs typeface="Helvetica Neue"/>
              </a:defRPr>
            </a:pPr>
            <a:r>
              <a:rPr sz="1800" b="0">
                <a:solidFill>
                  <a:srgbClr val="5D6560"/>
                </a:solidFill>
                <a:latin typeface="Helvetica Neue"/>
                <a:ea typeface="Helvetica Neue"/>
                <a:cs typeface="Helvetica Neue"/>
              </a:rPr>
              <a:t>Builds 1 + 2: available internally in TestFlight.</a:t>
            </a:r>
          </a:p>
          <a:p xmlns:a="http://schemas.openxmlformats.org/drawingml/2006/main">
            <a:pPr>
              <a:defRPr sz="1800" b="0">
                <a:solidFill>
                  <a:srgbClr val="5D6560"/>
                </a:solidFill>
                <a:latin typeface="Helvetica Neue"/>
                <a:ea typeface="Helvetica Neue"/>
                <a:cs typeface="Helvetica Neue"/>
              </a:defRPr>
            </a:pPr>
            <a:r>
              <a:rPr sz="1800" b="0">
                <a:solidFill>
                  <a:srgbClr val="5D6560"/>
                </a:solidFill>
                <a:latin typeface="Helvetica Neue"/>
                <a:ea typeface="Helvetica Neue"/>
                <a:cs typeface="Helvetica Neue"/>
              </a:rPr>
              <a:t>External build 1: beta review pending; physical installs unverified.</a:t>
            </a:r>
          </a:p>
        </p:txBody>
      </p:sp>
    </p:spTree>
    <p:extLst>
      <p:ext uri="{BB962C8B-B14F-4D97-AF65-F5344CB8AC3E}">
        <p14:creationId xmlns:p14="http://schemas.microsoft.com/office/powerpoint/2010/main" val="13137064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2026-10-25T00:10:36.2750000Z</dcterms:created>
  <dcterms:modified xsi:type="dcterms:W3CDTF">2026-10-25T00:10:36.2750000Z</dcterms:modified>
</coreProperties>
</file>